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322" r:id="rId5"/>
    <p:sldId id="318" r:id="rId6"/>
    <p:sldId id="325" r:id="rId7"/>
    <p:sldId id="324" r:id="rId8"/>
    <p:sldId id="326" r:id="rId9"/>
    <p:sldId id="327" r:id="rId10"/>
    <p:sldId id="316" r:id="rId11"/>
    <p:sldId id="315" r:id="rId12"/>
    <p:sldId id="328" r:id="rId13"/>
    <p:sldId id="329" r:id="rId14"/>
    <p:sldId id="330" r:id="rId15"/>
    <p:sldId id="331" r:id="rId16"/>
    <p:sldId id="332" r:id="rId17"/>
    <p:sldId id="313" r:id="rId18"/>
    <p:sldId id="333" r:id="rId19"/>
    <p:sldId id="312" r:id="rId20"/>
    <p:sldId id="311" r:id="rId21"/>
    <p:sldId id="334" r:id="rId22"/>
    <p:sldId id="31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4FCC5-2E4E-451D-B1A6-9B1528BED695}" v="197" dt="2026-01-12T08:05:52.384"/>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607" autoAdjust="0"/>
  </p:normalViewPr>
  <p:slideViewPr>
    <p:cSldViewPr snapToGrid="0">
      <p:cViewPr varScale="1">
        <p:scale>
          <a:sx n="52" d="100"/>
          <a:sy n="52" d="100"/>
        </p:scale>
        <p:origin x="1160" y="5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YEMI ADEKUNLE" userId="a483ecd3-f11f-4aa7-9ba3-c9d89436c48d" providerId="ADAL" clId="{5BA6DB01-99ED-4085-8148-7956947A531B}"/>
    <pc:docChg chg="undo custSel addSld delSld modSld sldOrd">
      <pc:chgData name="ADEYEMI ADEKUNLE" userId="a483ecd3-f11f-4aa7-9ba3-c9d89436c48d" providerId="ADAL" clId="{5BA6DB01-99ED-4085-8148-7956947A531B}" dt="2026-01-12T08:05:52.384" v="2868"/>
      <pc:docMkLst>
        <pc:docMk/>
      </pc:docMkLst>
      <pc:sldChg chg="addSp delSp modSp mod">
        <pc:chgData name="ADEYEMI ADEKUNLE" userId="a483ecd3-f11f-4aa7-9ba3-c9d89436c48d" providerId="ADAL" clId="{5BA6DB01-99ED-4085-8148-7956947A531B}" dt="2026-01-11T19:57:25.677" v="2821" actId="20577"/>
        <pc:sldMkLst>
          <pc:docMk/>
          <pc:sldMk cId="704370842" sldId="310"/>
        </pc:sldMkLst>
        <pc:spChg chg="del mod">
          <ac:chgData name="ADEYEMI ADEKUNLE" userId="a483ecd3-f11f-4aa7-9ba3-c9d89436c48d" providerId="ADAL" clId="{5BA6DB01-99ED-4085-8148-7956947A531B}" dt="2026-01-11T19:57:10.840" v="2816" actId="478"/>
          <ac:spMkLst>
            <pc:docMk/>
            <pc:sldMk cId="704370842" sldId="310"/>
            <ac:spMk id="2" creationId="{70ECFE66-A9E7-A365-967B-2FD670CB3923}"/>
          </ac:spMkLst>
        </pc:spChg>
        <pc:spChg chg="mod">
          <ac:chgData name="ADEYEMI ADEKUNLE" userId="a483ecd3-f11f-4aa7-9ba3-c9d89436c48d" providerId="ADAL" clId="{5BA6DB01-99ED-4085-8148-7956947A531B}" dt="2026-01-11T19:57:25.677" v="2821" actId="20577"/>
          <ac:spMkLst>
            <pc:docMk/>
            <pc:sldMk cId="704370842" sldId="310"/>
            <ac:spMk id="3" creationId="{F101732C-7338-DBA0-BD19-1FA88304749F}"/>
          </ac:spMkLst>
        </pc:spChg>
        <pc:spChg chg="add del mod">
          <ac:chgData name="ADEYEMI ADEKUNLE" userId="a483ecd3-f11f-4aa7-9ba3-c9d89436c48d" providerId="ADAL" clId="{5BA6DB01-99ED-4085-8148-7956947A531B}" dt="2026-01-11T19:57:12.521" v="2817" actId="478"/>
          <ac:spMkLst>
            <pc:docMk/>
            <pc:sldMk cId="704370842" sldId="310"/>
            <ac:spMk id="5" creationId="{0E693B2A-F846-C145-F561-B18B096BB4F6}"/>
          </ac:spMkLst>
        </pc:spChg>
      </pc:sldChg>
      <pc:sldChg chg="addSp delSp modSp mod modNotesTx">
        <pc:chgData name="ADEYEMI ADEKUNLE" userId="a483ecd3-f11f-4aa7-9ba3-c9d89436c48d" providerId="ADAL" clId="{5BA6DB01-99ED-4085-8148-7956947A531B}" dt="2026-01-11T20:06:54.498" v="2829" actId="20577"/>
        <pc:sldMkLst>
          <pc:docMk/>
          <pc:sldMk cId="1669023770" sldId="311"/>
        </pc:sldMkLst>
        <pc:spChg chg="mod">
          <ac:chgData name="ADEYEMI ADEKUNLE" userId="a483ecd3-f11f-4aa7-9ba3-c9d89436c48d" providerId="ADAL" clId="{5BA6DB01-99ED-4085-8148-7956947A531B}" dt="2026-01-11T19:22:39.909" v="2715" actId="1076"/>
          <ac:spMkLst>
            <pc:docMk/>
            <pc:sldMk cId="1669023770" sldId="311"/>
            <ac:spMk id="4" creationId="{CA7BF639-9897-7AC5-9AE9-B87BE1DE79F3}"/>
          </ac:spMkLst>
        </pc:spChg>
        <pc:spChg chg="add del mod">
          <ac:chgData name="ADEYEMI ADEKUNLE" userId="a483ecd3-f11f-4aa7-9ba3-c9d89436c48d" providerId="ADAL" clId="{5BA6DB01-99ED-4085-8148-7956947A531B}" dt="2026-01-11T19:19:04.470" v="2694" actId="478"/>
          <ac:spMkLst>
            <pc:docMk/>
            <pc:sldMk cId="1669023770" sldId="311"/>
            <ac:spMk id="6" creationId="{F3011CBF-9244-18D6-2CAB-62D5E916876D}"/>
          </ac:spMkLst>
        </pc:spChg>
        <pc:spChg chg="add mod">
          <ac:chgData name="ADEYEMI ADEKUNLE" userId="a483ecd3-f11f-4aa7-9ba3-c9d89436c48d" providerId="ADAL" clId="{5BA6DB01-99ED-4085-8148-7956947A531B}" dt="2026-01-11T19:58:01.001" v="2825" actId="20577"/>
          <ac:spMkLst>
            <pc:docMk/>
            <pc:sldMk cId="1669023770" sldId="311"/>
            <ac:spMk id="8" creationId="{20ACDEB2-E48F-B5FD-6497-CAD2A3322071}"/>
          </ac:spMkLst>
        </pc:spChg>
        <pc:graphicFrameChg chg="del">
          <ac:chgData name="ADEYEMI ADEKUNLE" userId="a483ecd3-f11f-4aa7-9ba3-c9d89436c48d" providerId="ADAL" clId="{5BA6DB01-99ED-4085-8148-7956947A531B}" dt="2026-01-11T19:19:01.107" v="2693" actId="478"/>
          <ac:graphicFrameMkLst>
            <pc:docMk/>
            <pc:sldMk cId="1669023770" sldId="311"/>
            <ac:graphicFrameMk id="5" creationId="{D1DCF783-46E9-D159-7BE1-A0FAAD6D6524}"/>
          </ac:graphicFrameMkLst>
        </pc:graphicFrameChg>
      </pc:sldChg>
      <pc:sldChg chg="addSp delSp modSp mod modNotesTx">
        <pc:chgData name="ADEYEMI ADEKUNLE" userId="a483ecd3-f11f-4aa7-9ba3-c9d89436c48d" providerId="ADAL" clId="{5BA6DB01-99ED-4085-8148-7956947A531B}" dt="2026-01-11T19:20:38.534" v="2698"/>
        <pc:sldMkLst>
          <pc:docMk/>
          <pc:sldMk cId="952135350" sldId="312"/>
        </pc:sldMkLst>
        <pc:spChg chg="mod">
          <ac:chgData name="ADEYEMI ADEKUNLE" userId="a483ecd3-f11f-4aa7-9ba3-c9d89436c48d" providerId="ADAL" clId="{5BA6DB01-99ED-4085-8148-7956947A531B}" dt="2026-01-11T19:20:38.534" v="2698"/>
          <ac:spMkLst>
            <pc:docMk/>
            <pc:sldMk cId="952135350" sldId="312"/>
            <ac:spMk id="2" creationId="{35BFFCC8-C04D-0071-3B14-4AF828E000B0}"/>
          </ac:spMkLst>
        </pc:spChg>
        <pc:spChg chg="add del mod">
          <ac:chgData name="ADEYEMI ADEKUNLE" userId="a483ecd3-f11f-4aa7-9ba3-c9d89436c48d" providerId="ADAL" clId="{5BA6DB01-99ED-4085-8148-7956947A531B}" dt="2026-01-11T19:11:32.394" v="2638" actId="478"/>
          <ac:spMkLst>
            <pc:docMk/>
            <pc:sldMk cId="952135350" sldId="312"/>
            <ac:spMk id="5" creationId="{166DEC89-291A-ACDF-DA93-A1FFE2CB658A}"/>
          </ac:spMkLst>
        </pc:spChg>
        <pc:spChg chg="mod">
          <ac:chgData name="ADEYEMI ADEKUNLE" userId="a483ecd3-f11f-4aa7-9ba3-c9d89436c48d" providerId="ADAL" clId="{5BA6DB01-99ED-4085-8148-7956947A531B}" dt="2026-01-11T19:13:21.199" v="2660" actId="14100"/>
          <ac:spMkLst>
            <pc:docMk/>
            <pc:sldMk cId="952135350" sldId="312"/>
            <ac:spMk id="6" creationId="{9F0E1748-5A63-CCAD-65B2-FB5DB78846F2}"/>
          </ac:spMkLst>
        </pc:spChg>
        <pc:spChg chg="del">
          <ac:chgData name="ADEYEMI ADEKUNLE" userId="a483ecd3-f11f-4aa7-9ba3-c9d89436c48d" providerId="ADAL" clId="{5BA6DB01-99ED-4085-8148-7956947A531B}" dt="2026-01-11T19:11:30.473" v="2637" actId="478"/>
          <ac:spMkLst>
            <pc:docMk/>
            <pc:sldMk cId="952135350" sldId="312"/>
            <ac:spMk id="7" creationId="{39118A24-4E50-F77D-EF17-46A29F012C34}"/>
          </ac:spMkLst>
        </pc:spChg>
      </pc:sldChg>
      <pc:sldChg chg="addSp delSp modSp mod modClrScheme chgLayout modNotesTx">
        <pc:chgData name="ADEYEMI ADEKUNLE" userId="a483ecd3-f11f-4aa7-9ba3-c9d89436c48d" providerId="ADAL" clId="{5BA6DB01-99ED-4085-8148-7956947A531B}" dt="2026-01-11T19:08:22.070" v="2574" actId="20577"/>
        <pc:sldMkLst>
          <pc:docMk/>
          <pc:sldMk cId="2224546682" sldId="313"/>
        </pc:sldMkLst>
        <pc:spChg chg="del mod">
          <ac:chgData name="ADEYEMI ADEKUNLE" userId="a483ecd3-f11f-4aa7-9ba3-c9d89436c48d" providerId="ADAL" clId="{5BA6DB01-99ED-4085-8148-7956947A531B}" dt="2026-01-11T15:41:22.530" v="1986" actId="478"/>
          <ac:spMkLst>
            <pc:docMk/>
            <pc:sldMk cId="2224546682" sldId="313"/>
            <ac:spMk id="2" creationId="{6059FD0C-3CC0-6307-C5F3-CCBE0B14A19F}"/>
          </ac:spMkLst>
        </pc:spChg>
        <pc:spChg chg="mod">
          <ac:chgData name="ADEYEMI ADEKUNLE" userId="a483ecd3-f11f-4aa7-9ba3-c9d89436c48d" providerId="ADAL" clId="{5BA6DB01-99ED-4085-8148-7956947A531B}" dt="2026-01-11T18:10:42.428" v="2386" actId="26606"/>
          <ac:spMkLst>
            <pc:docMk/>
            <pc:sldMk cId="2224546682" sldId="313"/>
            <ac:spMk id="3" creationId="{71592F51-55CE-19DC-B632-AD19560BA9D1}"/>
          </ac:spMkLst>
        </pc:spChg>
        <pc:spChg chg="mod">
          <ac:chgData name="ADEYEMI ADEKUNLE" userId="a483ecd3-f11f-4aa7-9ba3-c9d89436c48d" providerId="ADAL" clId="{5BA6DB01-99ED-4085-8148-7956947A531B}" dt="2026-01-11T18:10:42.428" v="2386" actId="26606"/>
          <ac:spMkLst>
            <pc:docMk/>
            <pc:sldMk cId="2224546682" sldId="313"/>
            <ac:spMk id="4" creationId="{925AA6ED-97F0-825D-71BB-D4D461E7870C}"/>
          </ac:spMkLst>
        </pc:spChg>
        <pc:spChg chg="add del mod">
          <ac:chgData name="ADEYEMI ADEKUNLE" userId="a483ecd3-f11f-4aa7-9ba3-c9d89436c48d" providerId="ADAL" clId="{5BA6DB01-99ED-4085-8148-7956947A531B}" dt="2026-01-11T18:10:08.358" v="2366"/>
          <ac:spMkLst>
            <pc:docMk/>
            <pc:sldMk cId="2224546682" sldId="313"/>
            <ac:spMk id="5" creationId="{0B3B9ECA-1957-B247-E5BD-6B28E1CA29E6}"/>
          </ac:spMkLst>
        </pc:spChg>
        <pc:spChg chg="add del mod">
          <ac:chgData name="ADEYEMI ADEKUNLE" userId="a483ecd3-f11f-4aa7-9ba3-c9d89436c48d" providerId="ADAL" clId="{5BA6DB01-99ED-4085-8148-7956947A531B}" dt="2026-01-11T17:58:28.929" v="2235" actId="478"/>
          <ac:spMkLst>
            <pc:docMk/>
            <pc:sldMk cId="2224546682" sldId="313"/>
            <ac:spMk id="6" creationId="{4C894DD8-EAAE-0BAC-7F48-F702F2848C2C}"/>
          </ac:spMkLst>
        </pc:spChg>
        <pc:spChg chg="add del mod">
          <ac:chgData name="ADEYEMI ADEKUNLE" userId="a483ecd3-f11f-4aa7-9ba3-c9d89436c48d" providerId="ADAL" clId="{5BA6DB01-99ED-4085-8148-7956947A531B}" dt="2026-01-11T15:40:52.751" v="1982" actId="478"/>
          <ac:spMkLst>
            <pc:docMk/>
            <pc:sldMk cId="2224546682" sldId="313"/>
            <ac:spMk id="7" creationId="{B9F8D8B6-5DCB-8D9C-B5A7-63FBE6782E08}"/>
          </ac:spMkLst>
        </pc:spChg>
        <pc:spChg chg="add del mod">
          <ac:chgData name="ADEYEMI ADEKUNLE" userId="a483ecd3-f11f-4aa7-9ba3-c9d89436c48d" providerId="ADAL" clId="{5BA6DB01-99ED-4085-8148-7956947A531B}" dt="2026-01-11T18:10:08.355" v="2364"/>
          <ac:spMkLst>
            <pc:docMk/>
            <pc:sldMk cId="2224546682" sldId="313"/>
            <ac:spMk id="8" creationId="{B10FCB76-A1C3-DAA0-4D2C-E269FAC875D9}"/>
          </ac:spMkLst>
        </pc:spChg>
        <pc:spChg chg="add del mod">
          <ac:chgData name="ADEYEMI ADEKUNLE" userId="a483ecd3-f11f-4aa7-9ba3-c9d89436c48d" providerId="ADAL" clId="{5BA6DB01-99ED-4085-8148-7956947A531B}" dt="2026-01-11T15:41:25.233" v="1987" actId="478"/>
          <ac:spMkLst>
            <pc:docMk/>
            <pc:sldMk cId="2224546682" sldId="313"/>
            <ac:spMk id="10" creationId="{42BC2388-AC20-308C-8166-6A602196AC55}"/>
          </ac:spMkLst>
        </pc:spChg>
        <pc:spChg chg="add del mod">
          <ac:chgData name="ADEYEMI ADEKUNLE" userId="a483ecd3-f11f-4aa7-9ba3-c9d89436c48d" providerId="ADAL" clId="{5BA6DB01-99ED-4085-8148-7956947A531B}" dt="2026-01-11T18:03:41.297" v="2316" actId="478"/>
          <ac:spMkLst>
            <pc:docMk/>
            <pc:sldMk cId="2224546682" sldId="313"/>
            <ac:spMk id="10" creationId="{F6BCFEE6-02A8-47CA-8B98-49563895F71C}"/>
          </ac:spMkLst>
        </pc:spChg>
        <pc:spChg chg="add del mod">
          <ac:chgData name="ADEYEMI ADEKUNLE" userId="a483ecd3-f11f-4aa7-9ba3-c9d89436c48d" providerId="ADAL" clId="{5BA6DB01-99ED-4085-8148-7956947A531B}" dt="2026-01-11T18:05:47.781" v="2321" actId="478"/>
          <ac:spMkLst>
            <pc:docMk/>
            <pc:sldMk cId="2224546682" sldId="313"/>
            <ac:spMk id="12" creationId="{4A9288A7-53AB-E232-6700-C56B975578D1}"/>
          </ac:spMkLst>
        </pc:spChg>
        <pc:spChg chg="add mod ord">
          <ac:chgData name="ADEYEMI ADEKUNLE" userId="a483ecd3-f11f-4aa7-9ba3-c9d89436c48d" providerId="ADAL" clId="{5BA6DB01-99ED-4085-8148-7956947A531B}" dt="2026-01-11T18:19:19.339" v="2428" actId="20577"/>
          <ac:spMkLst>
            <pc:docMk/>
            <pc:sldMk cId="2224546682" sldId="313"/>
            <ac:spMk id="15" creationId="{E324CE69-142F-CF6F-41A2-8AF1F68BA37C}"/>
          </ac:spMkLst>
        </pc:spChg>
        <pc:spChg chg="add del mod">
          <ac:chgData name="ADEYEMI ADEKUNLE" userId="a483ecd3-f11f-4aa7-9ba3-c9d89436c48d" providerId="ADAL" clId="{5BA6DB01-99ED-4085-8148-7956947A531B}" dt="2026-01-11T17:07:29.905" v="2065" actId="478"/>
          <ac:spMkLst>
            <pc:docMk/>
            <pc:sldMk cId="2224546682" sldId="313"/>
            <ac:spMk id="15" creationId="{E9CB2CE1-BD47-C38F-FA40-E5A1DF4231EE}"/>
          </ac:spMkLst>
        </pc:spChg>
        <pc:spChg chg="add del mod">
          <ac:chgData name="ADEYEMI ADEKUNLE" userId="a483ecd3-f11f-4aa7-9ba3-c9d89436c48d" providerId="ADAL" clId="{5BA6DB01-99ED-4085-8148-7956947A531B}" dt="2026-01-11T17:07:40.194" v="2068" actId="478"/>
          <ac:spMkLst>
            <pc:docMk/>
            <pc:sldMk cId="2224546682" sldId="313"/>
            <ac:spMk id="16" creationId="{7132B3CE-5477-5BEC-B287-EEC5748C867C}"/>
          </ac:spMkLst>
        </pc:spChg>
        <pc:spChg chg="add del mod">
          <ac:chgData name="ADEYEMI ADEKUNLE" userId="a483ecd3-f11f-4aa7-9ba3-c9d89436c48d" providerId="ADAL" clId="{5BA6DB01-99ED-4085-8148-7956947A531B}" dt="2026-01-11T18:10:08.351" v="2362" actId="478"/>
          <ac:spMkLst>
            <pc:docMk/>
            <pc:sldMk cId="2224546682" sldId="313"/>
            <ac:spMk id="17" creationId="{B3CDD5B4-53C9-F1FE-208E-210DBBA24CF4}"/>
          </ac:spMkLst>
        </pc:spChg>
        <pc:spChg chg="add del mod">
          <ac:chgData name="ADEYEMI ADEKUNLE" userId="a483ecd3-f11f-4aa7-9ba3-c9d89436c48d" providerId="ADAL" clId="{5BA6DB01-99ED-4085-8148-7956947A531B}" dt="2026-01-11T17:07:26.470" v="2064"/>
          <ac:spMkLst>
            <pc:docMk/>
            <pc:sldMk cId="2224546682" sldId="313"/>
            <ac:spMk id="19" creationId="{3BA727B7-395A-88DF-9C95-9ED0525ED468}"/>
          </ac:spMkLst>
        </pc:spChg>
        <pc:graphicFrameChg chg="del modGraphic">
          <ac:chgData name="ADEYEMI ADEKUNLE" userId="a483ecd3-f11f-4aa7-9ba3-c9d89436c48d" providerId="ADAL" clId="{5BA6DB01-99ED-4085-8148-7956947A531B}" dt="2026-01-11T15:40:47.132" v="1981" actId="478"/>
          <ac:graphicFrameMkLst>
            <pc:docMk/>
            <pc:sldMk cId="2224546682" sldId="313"/>
            <ac:graphicFrameMk id="5" creationId="{4BF48F46-6E7D-0880-9D66-315C864F7D0F}"/>
          </ac:graphicFrameMkLst>
        </pc:graphicFrameChg>
        <pc:graphicFrameChg chg="add del mod modGraphic">
          <ac:chgData name="ADEYEMI ADEKUNLE" userId="a483ecd3-f11f-4aa7-9ba3-c9d89436c48d" providerId="ADAL" clId="{5BA6DB01-99ED-4085-8148-7956947A531B}" dt="2026-01-11T15:43:25.739" v="1992" actId="478"/>
          <ac:graphicFrameMkLst>
            <pc:docMk/>
            <pc:sldMk cId="2224546682" sldId="313"/>
            <ac:graphicFrameMk id="8" creationId="{78331886-1087-9E6E-64AE-0914E901EA0C}"/>
          </ac:graphicFrameMkLst>
        </pc:graphicFrameChg>
        <pc:graphicFrameChg chg="add del mod modGraphic">
          <ac:chgData name="ADEYEMI ADEKUNLE" userId="a483ecd3-f11f-4aa7-9ba3-c9d89436c48d" providerId="ADAL" clId="{5BA6DB01-99ED-4085-8148-7956947A531B}" dt="2026-01-11T15:43:47.706" v="1997" actId="478"/>
          <ac:graphicFrameMkLst>
            <pc:docMk/>
            <pc:sldMk cId="2224546682" sldId="313"/>
            <ac:graphicFrameMk id="11" creationId="{166D94E1-EF8B-0229-8A1C-22C0D719E45E}"/>
          </ac:graphicFrameMkLst>
        </pc:graphicFrameChg>
        <pc:graphicFrameChg chg="add del mod modGraphic">
          <ac:chgData name="ADEYEMI ADEKUNLE" userId="a483ecd3-f11f-4aa7-9ba3-c9d89436c48d" providerId="ADAL" clId="{5BA6DB01-99ED-4085-8148-7956947A531B}" dt="2026-01-11T15:46:31.518" v="2023" actId="478"/>
          <ac:graphicFrameMkLst>
            <pc:docMk/>
            <pc:sldMk cId="2224546682" sldId="313"/>
            <ac:graphicFrameMk id="12" creationId="{6D9207B6-B494-DDA2-9FE6-87A439737EF8}"/>
          </ac:graphicFrameMkLst>
        </pc:graphicFrameChg>
        <pc:graphicFrameChg chg="add del mod">
          <ac:chgData name="ADEYEMI ADEKUNLE" userId="a483ecd3-f11f-4aa7-9ba3-c9d89436c48d" providerId="ADAL" clId="{5BA6DB01-99ED-4085-8148-7956947A531B}" dt="2026-01-11T15:55:53.240" v="2025" actId="478"/>
          <ac:graphicFrameMkLst>
            <pc:docMk/>
            <pc:sldMk cId="2224546682" sldId="313"/>
            <ac:graphicFrameMk id="13" creationId="{0542521C-D15D-DBDB-05F9-6A09DECABF82}"/>
          </ac:graphicFrameMkLst>
        </pc:graphicFrameChg>
        <pc:graphicFrameChg chg="add del mod modGraphic">
          <ac:chgData name="ADEYEMI ADEKUNLE" userId="a483ecd3-f11f-4aa7-9ba3-c9d89436c48d" providerId="ADAL" clId="{5BA6DB01-99ED-4085-8148-7956947A531B}" dt="2026-01-11T18:18:35.402" v="2426" actId="14100"/>
          <ac:graphicFrameMkLst>
            <pc:docMk/>
            <pc:sldMk cId="2224546682" sldId="313"/>
            <ac:graphicFrameMk id="14" creationId="{10D15550-3670-FCC0-FD9F-99C338EDA84A}"/>
          </ac:graphicFrameMkLst>
        </pc:graphicFrameChg>
      </pc:sldChg>
      <pc:sldChg chg="del">
        <pc:chgData name="ADEYEMI ADEKUNLE" userId="a483ecd3-f11f-4aa7-9ba3-c9d89436c48d" providerId="ADAL" clId="{5BA6DB01-99ED-4085-8148-7956947A531B}" dt="2026-01-11T12:17:52.053" v="978" actId="47"/>
        <pc:sldMkLst>
          <pc:docMk/>
          <pc:sldMk cId="82250651" sldId="314"/>
        </pc:sldMkLst>
      </pc:sldChg>
      <pc:sldChg chg="addSp delSp modSp mod modClrScheme chgLayout">
        <pc:chgData name="ADEYEMI ADEKUNLE" userId="a483ecd3-f11f-4aa7-9ba3-c9d89436c48d" providerId="ADAL" clId="{5BA6DB01-99ED-4085-8148-7956947A531B}" dt="2026-01-11T12:57:23.574" v="1347" actId="113"/>
        <pc:sldMkLst>
          <pc:docMk/>
          <pc:sldMk cId="2302010161" sldId="315"/>
        </pc:sldMkLst>
        <pc:spChg chg="del mod">
          <ac:chgData name="ADEYEMI ADEKUNLE" userId="a483ecd3-f11f-4aa7-9ba3-c9d89436c48d" providerId="ADAL" clId="{5BA6DB01-99ED-4085-8148-7956947A531B}" dt="2026-01-11T12:02:58.264" v="818" actId="931"/>
          <ac:spMkLst>
            <pc:docMk/>
            <pc:sldMk cId="2302010161" sldId="315"/>
            <ac:spMk id="2" creationId="{F7CE9E18-F4C2-3B3A-348B-BE5512664CA8}"/>
          </ac:spMkLst>
        </pc:spChg>
        <pc:spChg chg="mod">
          <ac:chgData name="ADEYEMI ADEKUNLE" userId="a483ecd3-f11f-4aa7-9ba3-c9d89436c48d" providerId="ADAL" clId="{5BA6DB01-99ED-4085-8148-7956947A531B}" dt="2026-01-11T12:55:41.292" v="1336" actId="26606"/>
          <ac:spMkLst>
            <pc:docMk/>
            <pc:sldMk cId="2302010161" sldId="315"/>
            <ac:spMk id="3" creationId="{E3C15354-374E-4710-792F-592E588BAAE2}"/>
          </ac:spMkLst>
        </pc:spChg>
        <pc:spChg chg="del">
          <ac:chgData name="ADEYEMI ADEKUNLE" userId="a483ecd3-f11f-4aa7-9ba3-c9d89436c48d" providerId="ADAL" clId="{5BA6DB01-99ED-4085-8148-7956947A531B}" dt="2026-01-11T12:03:11.284" v="822" actId="478"/>
          <ac:spMkLst>
            <pc:docMk/>
            <pc:sldMk cId="2302010161" sldId="315"/>
            <ac:spMk id="4" creationId="{685D951B-D6C0-AB0A-0FFD-23670BE643EE}"/>
          </ac:spMkLst>
        </pc:spChg>
        <pc:spChg chg="mod ord">
          <ac:chgData name="ADEYEMI ADEKUNLE" userId="a483ecd3-f11f-4aa7-9ba3-c9d89436c48d" providerId="ADAL" clId="{5BA6DB01-99ED-4085-8148-7956947A531B}" dt="2026-01-11T12:55:41.292" v="1336" actId="26606"/>
          <ac:spMkLst>
            <pc:docMk/>
            <pc:sldMk cId="2302010161" sldId="315"/>
            <ac:spMk id="5" creationId="{25756543-DA8C-CEE2-0E13-19DE61C1349B}"/>
          </ac:spMkLst>
        </pc:spChg>
        <pc:spChg chg="add del mod">
          <ac:chgData name="ADEYEMI ADEKUNLE" userId="a483ecd3-f11f-4aa7-9ba3-c9d89436c48d" providerId="ADAL" clId="{5BA6DB01-99ED-4085-8148-7956947A531B}" dt="2026-01-11T12:03:13.170" v="823" actId="478"/>
          <ac:spMkLst>
            <pc:docMk/>
            <pc:sldMk cId="2302010161" sldId="315"/>
            <ac:spMk id="9" creationId="{E93008B5-01BB-90E9-81B3-6F2B6D65EEEE}"/>
          </ac:spMkLst>
        </pc:spChg>
        <pc:spChg chg="add mod">
          <ac:chgData name="ADEYEMI ADEKUNLE" userId="a483ecd3-f11f-4aa7-9ba3-c9d89436c48d" providerId="ADAL" clId="{5BA6DB01-99ED-4085-8148-7956947A531B}" dt="2026-01-11T12:57:23.574" v="1347" actId="113"/>
          <ac:spMkLst>
            <pc:docMk/>
            <pc:sldMk cId="2302010161" sldId="315"/>
            <ac:spMk id="10" creationId="{6EEC36F5-597D-6FB5-8AF6-72C20749C0E6}"/>
          </ac:spMkLst>
        </pc:spChg>
        <pc:spChg chg="add del mod">
          <ac:chgData name="ADEYEMI ADEKUNLE" userId="a483ecd3-f11f-4aa7-9ba3-c9d89436c48d" providerId="ADAL" clId="{5BA6DB01-99ED-4085-8148-7956947A531B}" dt="2026-01-11T12:54:56.866" v="1329"/>
          <ac:spMkLst>
            <pc:docMk/>
            <pc:sldMk cId="2302010161" sldId="315"/>
            <ac:spMk id="12" creationId="{24810E97-2B51-5A48-53F9-2C51CFDD4322}"/>
          </ac:spMkLst>
        </pc:spChg>
        <pc:graphicFrameChg chg="add mod modGraphic">
          <ac:chgData name="ADEYEMI ADEKUNLE" userId="a483ecd3-f11f-4aa7-9ba3-c9d89436c48d" providerId="ADAL" clId="{5BA6DB01-99ED-4085-8148-7956947A531B}" dt="2026-01-11T12:57:11.248" v="1346" actId="255"/>
          <ac:graphicFrameMkLst>
            <pc:docMk/>
            <pc:sldMk cId="2302010161" sldId="315"/>
            <ac:graphicFrameMk id="13" creationId="{82121B81-3A46-1C91-BB05-7C6456DAEF6C}"/>
          </ac:graphicFrameMkLst>
        </pc:graphicFrameChg>
        <pc:picChg chg="add del mod">
          <ac:chgData name="ADEYEMI ADEKUNLE" userId="a483ecd3-f11f-4aa7-9ba3-c9d89436c48d" providerId="ADAL" clId="{5BA6DB01-99ED-4085-8148-7956947A531B}" dt="2026-01-11T12:54:52.855" v="1328" actId="478"/>
          <ac:picMkLst>
            <pc:docMk/>
            <pc:sldMk cId="2302010161" sldId="315"/>
            <ac:picMk id="7" creationId="{F6889720-0E6B-E4F1-7E80-5FF73350934D}"/>
          </ac:picMkLst>
        </pc:picChg>
      </pc:sldChg>
      <pc:sldChg chg="addSp delSp modSp mod">
        <pc:chgData name="ADEYEMI ADEKUNLE" userId="a483ecd3-f11f-4aa7-9ba3-c9d89436c48d" providerId="ADAL" clId="{5BA6DB01-99ED-4085-8148-7956947A531B}" dt="2026-01-11T13:30:53.068" v="1980" actId="1076"/>
        <pc:sldMkLst>
          <pc:docMk/>
          <pc:sldMk cId="554382460" sldId="316"/>
        </pc:sldMkLst>
        <pc:spChg chg="del">
          <ac:chgData name="ADEYEMI ADEKUNLE" userId="a483ecd3-f11f-4aa7-9ba3-c9d89436c48d" providerId="ADAL" clId="{5BA6DB01-99ED-4085-8148-7956947A531B}" dt="2026-01-11T11:49:41.756" v="737" actId="478"/>
          <ac:spMkLst>
            <pc:docMk/>
            <pc:sldMk cId="554382460" sldId="316"/>
            <ac:spMk id="2" creationId="{C7992593-AF79-3D1E-E253-0765DF0F513F}"/>
          </ac:spMkLst>
        </pc:spChg>
        <pc:spChg chg="mod">
          <ac:chgData name="ADEYEMI ADEKUNLE" userId="a483ecd3-f11f-4aa7-9ba3-c9d89436c48d" providerId="ADAL" clId="{5BA6DB01-99ED-4085-8148-7956947A531B}" dt="2026-01-11T13:30:22.116" v="1962" actId="1076"/>
          <ac:spMkLst>
            <pc:docMk/>
            <pc:sldMk cId="554382460" sldId="316"/>
            <ac:spMk id="3" creationId="{986F71E8-8D71-9405-3A01-01C3B8F86877}"/>
          </ac:spMkLst>
        </pc:spChg>
        <pc:spChg chg="del">
          <ac:chgData name="ADEYEMI ADEKUNLE" userId="a483ecd3-f11f-4aa7-9ba3-c9d89436c48d" providerId="ADAL" clId="{5BA6DB01-99ED-4085-8148-7956947A531B}" dt="2026-01-11T11:52:42.559" v="741" actId="478"/>
          <ac:spMkLst>
            <pc:docMk/>
            <pc:sldMk cId="554382460" sldId="316"/>
            <ac:spMk id="4" creationId="{392C90C5-5198-C255-02F9-1608AA49E088}"/>
          </ac:spMkLst>
        </pc:spChg>
        <pc:spChg chg="add del mod">
          <ac:chgData name="ADEYEMI ADEKUNLE" userId="a483ecd3-f11f-4aa7-9ba3-c9d89436c48d" providerId="ADAL" clId="{5BA6DB01-99ED-4085-8148-7956947A531B}" dt="2026-01-11T11:52:35.996" v="738" actId="931"/>
          <ac:spMkLst>
            <pc:docMk/>
            <pc:sldMk cId="554382460" sldId="316"/>
            <ac:spMk id="7" creationId="{33DD3D43-A296-DEE6-6370-A7A61D79AAD3}"/>
          </ac:spMkLst>
        </pc:spChg>
        <pc:spChg chg="add del mod">
          <ac:chgData name="ADEYEMI ADEKUNLE" userId="a483ecd3-f11f-4aa7-9ba3-c9d89436c48d" providerId="ADAL" clId="{5BA6DB01-99ED-4085-8148-7956947A531B}" dt="2026-01-11T11:52:46.561" v="742" actId="478"/>
          <ac:spMkLst>
            <pc:docMk/>
            <pc:sldMk cId="554382460" sldId="316"/>
            <ac:spMk id="11" creationId="{DE89DA52-990E-3C05-0F50-824735036408}"/>
          </ac:spMkLst>
        </pc:spChg>
        <pc:spChg chg="add del mod">
          <ac:chgData name="ADEYEMI ADEKUNLE" userId="a483ecd3-f11f-4aa7-9ba3-c9d89436c48d" providerId="ADAL" clId="{5BA6DB01-99ED-4085-8148-7956947A531B}" dt="2026-01-11T13:18:36.492" v="1783" actId="478"/>
          <ac:spMkLst>
            <pc:docMk/>
            <pc:sldMk cId="554382460" sldId="316"/>
            <ac:spMk id="13" creationId="{E2992053-FA10-2E34-494C-3625FD2A50FD}"/>
          </ac:spMkLst>
        </pc:spChg>
        <pc:spChg chg="add del mod">
          <ac:chgData name="ADEYEMI ADEKUNLE" userId="a483ecd3-f11f-4aa7-9ba3-c9d89436c48d" providerId="ADAL" clId="{5BA6DB01-99ED-4085-8148-7956947A531B}" dt="2026-01-11T13:18:36.492" v="1783" actId="478"/>
          <ac:spMkLst>
            <pc:docMk/>
            <pc:sldMk cId="554382460" sldId="316"/>
            <ac:spMk id="14" creationId="{6EC172F7-AD11-9CB5-8500-97C298562C73}"/>
          </ac:spMkLst>
        </pc:spChg>
        <pc:spChg chg="add mod">
          <ac:chgData name="ADEYEMI ADEKUNLE" userId="a483ecd3-f11f-4aa7-9ba3-c9d89436c48d" providerId="ADAL" clId="{5BA6DB01-99ED-4085-8148-7956947A531B}" dt="2026-01-11T13:30:53.068" v="1980" actId="1076"/>
          <ac:spMkLst>
            <pc:docMk/>
            <pc:sldMk cId="554382460" sldId="316"/>
            <ac:spMk id="15" creationId="{7EF64E07-83B5-159F-6550-0DEDDD331C65}"/>
          </ac:spMkLst>
        </pc:spChg>
        <pc:picChg chg="add mod ord">
          <ac:chgData name="ADEYEMI ADEKUNLE" userId="a483ecd3-f11f-4aa7-9ba3-c9d89436c48d" providerId="ADAL" clId="{5BA6DB01-99ED-4085-8148-7956947A531B}" dt="2026-01-11T13:30:33.377" v="1964" actId="14100"/>
          <ac:picMkLst>
            <pc:docMk/>
            <pc:sldMk cId="554382460" sldId="316"/>
            <ac:picMk id="9" creationId="{75904A0C-0F74-5C06-EBA0-0901C3EC855C}"/>
          </ac:picMkLst>
        </pc:picChg>
      </pc:sldChg>
      <pc:sldChg chg="addSp delSp modSp del mod ord">
        <pc:chgData name="ADEYEMI ADEKUNLE" userId="a483ecd3-f11f-4aa7-9ba3-c9d89436c48d" providerId="ADAL" clId="{5BA6DB01-99ED-4085-8148-7956947A531B}" dt="2026-01-11T12:26:49.774" v="1155" actId="47"/>
        <pc:sldMkLst>
          <pc:docMk/>
          <pc:sldMk cId="4011334062" sldId="317"/>
        </pc:sldMkLst>
      </pc:sldChg>
      <pc:sldChg chg="addSp delSp modSp mod ord modNotesTx">
        <pc:chgData name="ADEYEMI ADEKUNLE" userId="a483ecd3-f11f-4aa7-9ba3-c9d89436c48d" providerId="ADAL" clId="{5BA6DB01-99ED-4085-8148-7956947A531B}" dt="2026-01-12T07:55:57.080" v="2866" actId="20577"/>
        <pc:sldMkLst>
          <pc:docMk/>
          <pc:sldMk cId="2906152353" sldId="318"/>
        </pc:sldMkLst>
        <pc:spChg chg="mod">
          <ac:chgData name="ADEYEMI ADEKUNLE" userId="a483ecd3-f11f-4aa7-9ba3-c9d89436c48d" providerId="ADAL" clId="{5BA6DB01-99ED-4085-8148-7956947A531B}" dt="2026-01-11T18:51:18.120" v="2442" actId="255"/>
          <ac:spMkLst>
            <pc:docMk/>
            <pc:sldMk cId="2906152353" sldId="318"/>
            <ac:spMk id="2" creationId="{CFDEBC60-AA38-5DEF-3160-0CAA68F3D28C}"/>
          </ac:spMkLst>
        </pc:spChg>
        <pc:spChg chg="del mod">
          <ac:chgData name="ADEYEMI ADEKUNLE" userId="a483ecd3-f11f-4aa7-9ba3-c9d89436c48d" providerId="ADAL" clId="{5BA6DB01-99ED-4085-8148-7956947A531B}" dt="2026-01-11T08:55:42.769" v="357"/>
          <ac:spMkLst>
            <pc:docMk/>
            <pc:sldMk cId="2906152353" sldId="318"/>
            <ac:spMk id="3" creationId="{1EBEE570-1B5E-FFD1-485D-D77E4E6FE7C0}"/>
          </ac:spMkLst>
        </pc:spChg>
        <pc:spChg chg="add mod">
          <ac:chgData name="ADEYEMI ADEKUNLE" userId="a483ecd3-f11f-4aa7-9ba3-c9d89436c48d" providerId="ADAL" clId="{5BA6DB01-99ED-4085-8148-7956947A531B}" dt="2026-01-11T18:51:27.264" v="2443" actId="1076"/>
          <ac:spMkLst>
            <pc:docMk/>
            <pc:sldMk cId="2906152353" sldId="318"/>
            <ac:spMk id="5" creationId="{1F17C769-528C-9107-74FC-C1842A2EE874}"/>
          </ac:spMkLst>
        </pc:spChg>
      </pc:sldChg>
      <pc:sldChg chg="addSp delSp modSp del mod">
        <pc:chgData name="ADEYEMI ADEKUNLE" userId="a483ecd3-f11f-4aa7-9ba3-c9d89436c48d" providerId="ADAL" clId="{5BA6DB01-99ED-4085-8148-7956947A531B}" dt="2026-01-11T08:54:15.431" v="313" actId="2696"/>
        <pc:sldMkLst>
          <pc:docMk/>
          <pc:sldMk cId="3752118431" sldId="320"/>
        </pc:sldMkLst>
      </pc:sldChg>
      <pc:sldChg chg="modSp del mod">
        <pc:chgData name="ADEYEMI ADEKUNLE" userId="a483ecd3-f11f-4aa7-9ba3-c9d89436c48d" providerId="ADAL" clId="{5BA6DB01-99ED-4085-8148-7956947A531B}" dt="2026-01-11T08:54:09.666" v="312" actId="2696"/>
        <pc:sldMkLst>
          <pc:docMk/>
          <pc:sldMk cId="1607455252" sldId="321"/>
        </pc:sldMkLst>
      </pc:sldChg>
      <pc:sldChg chg="modNotesTx">
        <pc:chgData name="ADEYEMI ADEKUNLE" userId="a483ecd3-f11f-4aa7-9ba3-c9d89436c48d" providerId="ADAL" clId="{5BA6DB01-99ED-4085-8148-7956947A531B}" dt="2026-01-12T07:40:54.575" v="2830" actId="20577"/>
        <pc:sldMkLst>
          <pc:docMk/>
          <pc:sldMk cId="3378822495" sldId="322"/>
        </pc:sldMkLst>
      </pc:sldChg>
      <pc:sldChg chg="modSp add del mod modNotesTx">
        <pc:chgData name="ADEYEMI ADEKUNLE" userId="a483ecd3-f11f-4aa7-9ba3-c9d89436c48d" providerId="ADAL" clId="{5BA6DB01-99ED-4085-8148-7956947A531B}" dt="2026-01-11T08:54:20.185" v="314" actId="2696"/>
        <pc:sldMkLst>
          <pc:docMk/>
          <pc:sldMk cId="144105142" sldId="323"/>
        </pc:sldMkLst>
      </pc:sldChg>
      <pc:sldChg chg="modSp add mod">
        <pc:chgData name="ADEYEMI ADEKUNLE" userId="a483ecd3-f11f-4aa7-9ba3-c9d89436c48d" providerId="ADAL" clId="{5BA6DB01-99ED-4085-8148-7956947A531B}" dt="2026-01-11T13:13:34.985" v="1647" actId="20577"/>
        <pc:sldMkLst>
          <pc:docMk/>
          <pc:sldMk cId="2307824486" sldId="324"/>
        </pc:sldMkLst>
        <pc:spChg chg="mod">
          <ac:chgData name="ADEYEMI ADEKUNLE" userId="a483ecd3-f11f-4aa7-9ba3-c9d89436c48d" providerId="ADAL" clId="{5BA6DB01-99ED-4085-8148-7956947A531B}" dt="2026-01-11T13:13:34.985" v="1647" actId="20577"/>
          <ac:spMkLst>
            <pc:docMk/>
            <pc:sldMk cId="2307824486" sldId="324"/>
            <ac:spMk id="2" creationId="{04AFCF5B-6757-F4CD-BE04-224C524328F5}"/>
          </ac:spMkLst>
        </pc:spChg>
        <pc:spChg chg="mod">
          <ac:chgData name="ADEYEMI ADEKUNLE" userId="a483ecd3-f11f-4aa7-9ba3-c9d89436c48d" providerId="ADAL" clId="{5BA6DB01-99ED-4085-8148-7956947A531B}" dt="2026-01-11T13:13:21.549" v="1643" actId="20577"/>
          <ac:spMkLst>
            <pc:docMk/>
            <pc:sldMk cId="2307824486" sldId="324"/>
            <ac:spMk id="3" creationId="{2D9DA2D1-2240-7140-25D2-AE6393731F4C}"/>
          </ac:spMkLst>
        </pc:spChg>
      </pc:sldChg>
      <pc:sldChg chg="addSp delSp modSp add mod ord modNotesTx">
        <pc:chgData name="ADEYEMI ADEKUNLE" userId="a483ecd3-f11f-4aa7-9ba3-c9d89436c48d" providerId="ADAL" clId="{5BA6DB01-99ED-4085-8148-7956947A531B}" dt="2026-01-11T11:31:36.647" v="608" actId="20577"/>
        <pc:sldMkLst>
          <pc:docMk/>
          <pc:sldMk cId="1627217703" sldId="325"/>
        </pc:sldMkLst>
        <pc:spChg chg="mod">
          <ac:chgData name="ADEYEMI ADEKUNLE" userId="a483ecd3-f11f-4aa7-9ba3-c9d89436c48d" providerId="ADAL" clId="{5BA6DB01-99ED-4085-8148-7956947A531B}" dt="2026-01-11T11:20:35.599" v="514" actId="1076"/>
          <ac:spMkLst>
            <pc:docMk/>
            <pc:sldMk cId="1627217703" sldId="325"/>
            <ac:spMk id="2" creationId="{41D366A9-7226-CD7A-17D1-3B4B233BB5B7}"/>
          </ac:spMkLst>
        </pc:spChg>
        <pc:spChg chg="mod">
          <ac:chgData name="ADEYEMI ADEKUNLE" userId="a483ecd3-f11f-4aa7-9ba3-c9d89436c48d" providerId="ADAL" clId="{5BA6DB01-99ED-4085-8148-7956947A531B}" dt="2026-01-11T11:23:28.250" v="528" actId="27636"/>
          <ac:spMkLst>
            <pc:docMk/>
            <pc:sldMk cId="1627217703" sldId="325"/>
            <ac:spMk id="3" creationId="{67D398EB-4F81-5A48-9807-4F4611163D2C}"/>
          </ac:spMkLst>
        </pc:spChg>
        <pc:spChg chg="add mod">
          <ac:chgData name="ADEYEMI ADEKUNLE" userId="a483ecd3-f11f-4aa7-9ba3-c9d89436c48d" providerId="ADAL" clId="{5BA6DB01-99ED-4085-8148-7956947A531B}" dt="2026-01-11T11:31:36.647" v="608" actId="20577"/>
          <ac:spMkLst>
            <pc:docMk/>
            <pc:sldMk cId="1627217703" sldId="325"/>
            <ac:spMk id="5" creationId="{B5A8E379-E198-7283-A041-E9EF13084415}"/>
          </ac:spMkLst>
        </pc:spChg>
        <pc:spChg chg="add">
          <ac:chgData name="ADEYEMI ADEKUNLE" userId="a483ecd3-f11f-4aa7-9ba3-c9d89436c48d" providerId="ADAL" clId="{5BA6DB01-99ED-4085-8148-7956947A531B}" dt="2026-01-11T11:24:57.446" v="536"/>
          <ac:spMkLst>
            <pc:docMk/>
            <pc:sldMk cId="1627217703" sldId="325"/>
            <ac:spMk id="6" creationId="{63A12527-2492-8640-7061-3C465D1C81BA}"/>
          </ac:spMkLst>
        </pc:spChg>
        <pc:spChg chg="add del mod">
          <ac:chgData name="ADEYEMI ADEKUNLE" userId="a483ecd3-f11f-4aa7-9ba3-c9d89436c48d" providerId="ADAL" clId="{5BA6DB01-99ED-4085-8148-7956947A531B}" dt="2026-01-11T11:26:53.911" v="587"/>
          <ac:spMkLst>
            <pc:docMk/>
            <pc:sldMk cId="1627217703" sldId="325"/>
            <ac:spMk id="7" creationId="{391F0B23-EAA5-B5C8-9586-2E8CDAC7D099}"/>
          </ac:spMkLst>
        </pc:spChg>
      </pc:sldChg>
      <pc:sldChg chg="modSp add mod">
        <pc:chgData name="ADEYEMI ADEKUNLE" userId="a483ecd3-f11f-4aa7-9ba3-c9d89436c48d" providerId="ADAL" clId="{5BA6DB01-99ED-4085-8148-7956947A531B}" dt="2026-01-11T13:12:20.033" v="1620" actId="20577"/>
        <pc:sldMkLst>
          <pc:docMk/>
          <pc:sldMk cId="1516550162" sldId="326"/>
        </pc:sldMkLst>
        <pc:spChg chg="mod">
          <ac:chgData name="ADEYEMI ADEKUNLE" userId="a483ecd3-f11f-4aa7-9ba3-c9d89436c48d" providerId="ADAL" clId="{5BA6DB01-99ED-4085-8148-7956947A531B}" dt="2026-01-11T11:49:16.562" v="736" actId="6559"/>
          <ac:spMkLst>
            <pc:docMk/>
            <pc:sldMk cId="1516550162" sldId="326"/>
            <ac:spMk id="2" creationId="{F6F050A2-2E23-7BB4-8DAA-2AF8A938CCE6}"/>
          </ac:spMkLst>
        </pc:spChg>
        <pc:spChg chg="mod">
          <ac:chgData name="ADEYEMI ADEKUNLE" userId="a483ecd3-f11f-4aa7-9ba3-c9d89436c48d" providerId="ADAL" clId="{5BA6DB01-99ED-4085-8148-7956947A531B}" dt="2026-01-11T13:12:20.033" v="1620" actId="20577"/>
          <ac:spMkLst>
            <pc:docMk/>
            <pc:sldMk cId="1516550162" sldId="326"/>
            <ac:spMk id="3" creationId="{4B02BD39-8BFF-BFB2-9865-B140242CBFB2}"/>
          </ac:spMkLst>
        </pc:spChg>
      </pc:sldChg>
      <pc:sldChg chg="modSp add mod">
        <pc:chgData name="ADEYEMI ADEKUNLE" userId="a483ecd3-f11f-4aa7-9ba3-c9d89436c48d" providerId="ADAL" clId="{5BA6DB01-99ED-4085-8148-7956947A531B}" dt="2026-01-11T13:15:01.423" v="1716"/>
        <pc:sldMkLst>
          <pc:docMk/>
          <pc:sldMk cId="1158149362" sldId="327"/>
        </pc:sldMkLst>
        <pc:spChg chg="mod">
          <ac:chgData name="ADEYEMI ADEKUNLE" userId="a483ecd3-f11f-4aa7-9ba3-c9d89436c48d" providerId="ADAL" clId="{5BA6DB01-99ED-4085-8148-7956947A531B}" dt="2026-01-11T11:45:24.178" v="709" actId="113"/>
          <ac:spMkLst>
            <pc:docMk/>
            <pc:sldMk cId="1158149362" sldId="327"/>
            <ac:spMk id="2" creationId="{0CED93ED-02CC-19F5-1E2D-A2F1027EA953}"/>
          </ac:spMkLst>
        </pc:spChg>
        <pc:spChg chg="mod">
          <ac:chgData name="ADEYEMI ADEKUNLE" userId="a483ecd3-f11f-4aa7-9ba3-c9d89436c48d" providerId="ADAL" clId="{5BA6DB01-99ED-4085-8148-7956947A531B}" dt="2026-01-11T13:15:01.423" v="1716"/>
          <ac:spMkLst>
            <pc:docMk/>
            <pc:sldMk cId="1158149362" sldId="327"/>
            <ac:spMk id="3" creationId="{B769D8B7-9B77-E11E-C2A2-B903733863BA}"/>
          </ac:spMkLst>
        </pc:spChg>
      </pc:sldChg>
      <pc:sldChg chg="addSp delSp modSp add mod modNotesTx">
        <pc:chgData name="ADEYEMI ADEKUNLE" userId="a483ecd3-f11f-4aa7-9ba3-c9d89436c48d" providerId="ADAL" clId="{5BA6DB01-99ED-4085-8148-7956947A531B}" dt="2026-01-12T08:05:52.384" v="2868"/>
        <pc:sldMkLst>
          <pc:docMk/>
          <pc:sldMk cId="2818492036" sldId="328"/>
        </pc:sldMkLst>
        <pc:spChg chg="mod">
          <ac:chgData name="ADEYEMI ADEKUNLE" userId="a483ecd3-f11f-4aa7-9ba3-c9d89436c48d" providerId="ADAL" clId="{5BA6DB01-99ED-4085-8148-7956947A531B}" dt="2026-01-11T13:05:24.333" v="1490" actId="20577"/>
          <ac:spMkLst>
            <pc:docMk/>
            <pc:sldMk cId="2818492036" sldId="328"/>
            <ac:spMk id="3" creationId="{3A0219DA-16C3-B8FB-6E2B-BFB390F8B0EE}"/>
          </ac:spMkLst>
        </pc:spChg>
        <pc:spChg chg="add del mod">
          <ac:chgData name="ADEYEMI ADEKUNLE" userId="a483ecd3-f11f-4aa7-9ba3-c9d89436c48d" providerId="ADAL" clId="{5BA6DB01-99ED-4085-8148-7956947A531B}" dt="2026-01-11T12:09:35.171" v="867" actId="478"/>
          <ac:spMkLst>
            <pc:docMk/>
            <pc:sldMk cId="2818492036" sldId="328"/>
            <ac:spMk id="4" creationId="{FB98AFEB-6570-A1B4-A30D-654C75C254ED}"/>
          </ac:spMkLst>
        </pc:spChg>
        <pc:spChg chg="add">
          <ac:chgData name="ADEYEMI ADEKUNLE" userId="a483ecd3-f11f-4aa7-9ba3-c9d89436c48d" providerId="ADAL" clId="{5BA6DB01-99ED-4085-8148-7956947A531B}" dt="2026-01-11T12:09:52.626" v="868"/>
          <ac:spMkLst>
            <pc:docMk/>
            <pc:sldMk cId="2818492036" sldId="328"/>
            <ac:spMk id="6" creationId="{3085BC29-55D7-1A3A-9870-D345819A8E01}"/>
          </ac:spMkLst>
        </pc:spChg>
        <pc:spChg chg="add">
          <ac:chgData name="ADEYEMI ADEKUNLE" userId="a483ecd3-f11f-4aa7-9ba3-c9d89436c48d" providerId="ADAL" clId="{5BA6DB01-99ED-4085-8148-7956947A531B}" dt="2026-01-11T12:09:59.364" v="870"/>
          <ac:spMkLst>
            <pc:docMk/>
            <pc:sldMk cId="2818492036" sldId="328"/>
            <ac:spMk id="8" creationId="{CC79F038-39F1-8323-C668-BCCFFBDDDD06}"/>
          </ac:spMkLst>
        </pc:spChg>
        <pc:spChg chg="add del mod">
          <ac:chgData name="ADEYEMI ADEKUNLE" userId="a483ecd3-f11f-4aa7-9ba3-c9d89436c48d" providerId="ADAL" clId="{5BA6DB01-99ED-4085-8148-7956947A531B}" dt="2026-01-11T13:05:56.296" v="1503" actId="478"/>
          <ac:spMkLst>
            <pc:docMk/>
            <pc:sldMk cId="2818492036" sldId="328"/>
            <ac:spMk id="9" creationId="{FE74129F-61FF-3810-A6D6-77B1AC7AD97B}"/>
          </ac:spMkLst>
        </pc:spChg>
        <pc:spChg chg="del mod">
          <ac:chgData name="ADEYEMI ADEKUNLE" userId="a483ecd3-f11f-4aa7-9ba3-c9d89436c48d" providerId="ADAL" clId="{5BA6DB01-99ED-4085-8148-7956947A531B}" dt="2026-01-11T12:10:02.203" v="871" actId="478"/>
          <ac:spMkLst>
            <pc:docMk/>
            <pc:sldMk cId="2818492036" sldId="328"/>
            <ac:spMk id="10" creationId="{591E33E4-E63E-D621-6D6C-006CD81F85D9}"/>
          </ac:spMkLst>
        </pc:spChg>
        <pc:spChg chg="add del">
          <ac:chgData name="ADEYEMI ADEKUNLE" userId="a483ecd3-f11f-4aa7-9ba3-c9d89436c48d" providerId="ADAL" clId="{5BA6DB01-99ED-4085-8148-7956947A531B}" dt="2026-01-11T13:05:56.296" v="1503" actId="478"/>
          <ac:spMkLst>
            <pc:docMk/>
            <pc:sldMk cId="2818492036" sldId="328"/>
            <ac:spMk id="11" creationId="{F4B32426-4377-5A36-18AA-EAA5C178D650}"/>
          </ac:spMkLst>
        </pc:spChg>
        <pc:spChg chg="add mod">
          <ac:chgData name="ADEYEMI ADEKUNLE" userId="a483ecd3-f11f-4aa7-9ba3-c9d89436c48d" providerId="ADAL" clId="{5BA6DB01-99ED-4085-8148-7956947A531B}" dt="2026-01-12T08:05:52.384" v="2868"/>
          <ac:spMkLst>
            <pc:docMk/>
            <pc:sldMk cId="2818492036" sldId="328"/>
            <ac:spMk id="12" creationId="{9D8C8CA1-6B8E-8037-AA23-A81A7482E8B5}"/>
          </ac:spMkLst>
        </pc:spChg>
        <pc:picChg chg="del">
          <ac:chgData name="ADEYEMI ADEKUNLE" userId="a483ecd3-f11f-4aa7-9ba3-c9d89436c48d" providerId="ADAL" clId="{5BA6DB01-99ED-4085-8148-7956947A531B}" dt="2026-01-11T12:09:26.141" v="864" actId="478"/>
          <ac:picMkLst>
            <pc:docMk/>
            <pc:sldMk cId="2818492036" sldId="328"/>
            <ac:picMk id="7" creationId="{9F3AB4A7-A2A8-20DA-CB2A-E5479BC08642}"/>
          </ac:picMkLst>
        </pc:picChg>
      </pc:sldChg>
      <pc:sldChg chg="addSp delSp modSp add mod">
        <pc:chgData name="ADEYEMI ADEKUNLE" userId="a483ecd3-f11f-4aa7-9ba3-c9d89436c48d" providerId="ADAL" clId="{5BA6DB01-99ED-4085-8148-7956947A531B}" dt="2026-01-11T13:04:23.787" v="1435" actId="14100"/>
        <pc:sldMkLst>
          <pc:docMk/>
          <pc:sldMk cId="1624679782" sldId="329"/>
        </pc:sldMkLst>
        <pc:spChg chg="add">
          <ac:chgData name="ADEYEMI ADEKUNLE" userId="a483ecd3-f11f-4aa7-9ba3-c9d89436c48d" providerId="ADAL" clId="{5BA6DB01-99ED-4085-8148-7956947A531B}" dt="2026-01-11T12:14:04.283" v="922"/>
          <ac:spMkLst>
            <pc:docMk/>
            <pc:sldMk cId="1624679782" sldId="329"/>
            <ac:spMk id="2" creationId="{8EDF23C2-6C1F-EDAE-28F0-C54F2870708A}"/>
          </ac:spMkLst>
        </pc:spChg>
        <pc:spChg chg="mod">
          <ac:chgData name="ADEYEMI ADEKUNLE" userId="a483ecd3-f11f-4aa7-9ba3-c9d89436c48d" providerId="ADAL" clId="{5BA6DB01-99ED-4085-8148-7956947A531B}" dt="2026-01-11T13:02:24.829" v="1367" actId="20577"/>
          <ac:spMkLst>
            <pc:docMk/>
            <pc:sldMk cId="1624679782" sldId="329"/>
            <ac:spMk id="3" creationId="{A4C849A3-AF90-1E10-F5AE-BC160114042A}"/>
          </ac:spMkLst>
        </pc:spChg>
        <pc:spChg chg="add mod">
          <ac:chgData name="ADEYEMI ADEKUNLE" userId="a483ecd3-f11f-4aa7-9ba3-c9d89436c48d" providerId="ADAL" clId="{5BA6DB01-99ED-4085-8148-7956947A531B}" dt="2026-01-11T13:03:14.934" v="1416" actId="20577"/>
          <ac:spMkLst>
            <pc:docMk/>
            <pc:sldMk cId="1624679782" sldId="329"/>
            <ac:spMk id="4" creationId="{B739233D-E4B1-2557-7E55-92339D5F986F}"/>
          </ac:spMkLst>
        </pc:spChg>
        <pc:spChg chg="add mod">
          <ac:chgData name="ADEYEMI ADEKUNLE" userId="a483ecd3-f11f-4aa7-9ba3-c9d89436c48d" providerId="ADAL" clId="{5BA6DB01-99ED-4085-8148-7956947A531B}" dt="2026-01-11T13:04:23.787" v="1435" actId="14100"/>
          <ac:spMkLst>
            <pc:docMk/>
            <pc:sldMk cId="1624679782" sldId="329"/>
            <ac:spMk id="7" creationId="{6258BC6A-55DF-5534-7177-00ECCA65CE77}"/>
          </ac:spMkLst>
        </pc:spChg>
        <pc:spChg chg="del mod">
          <ac:chgData name="ADEYEMI ADEKUNLE" userId="a483ecd3-f11f-4aa7-9ba3-c9d89436c48d" providerId="ADAL" clId="{5BA6DB01-99ED-4085-8148-7956947A531B}" dt="2026-01-11T12:14:21.286" v="927"/>
          <ac:spMkLst>
            <pc:docMk/>
            <pc:sldMk cId="1624679782" sldId="329"/>
            <ac:spMk id="9" creationId="{DFA7D7DC-B694-0205-BBA1-5A9BADB99EC5}"/>
          </ac:spMkLst>
        </pc:spChg>
      </pc:sldChg>
      <pc:sldChg chg="addSp delSp modSp add mod">
        <pc:chgData name="ADEYEMI ADEKUNLE" userId="a483ecd3-f11f-4aa7-9ba3-c9d89436c48d" providerId="ADAL" clId="{5BA6DB01-99ED-4085-8148-7956947A531B}" dt="2026-01-11T13:25:45.056" v="1908" actId="20577"/>
        <pc:sldMkLst>
          <pc:docMk/>
          <pc:sldMk cId="2191473599" sldId="330"/>
        </pc:sldMkLst>
        <pc:spChg chg="add del mod">
          <ac:chgData name="ADEYEMI ADEKUNLE" userId="a483ecd3-f11f-4aa7-9ba3-c9d89436c48d" providerId="ADAL" clId="{5BA6DB01-99ED-4085-8148-7956947A531B}" dt="2026-01-11T13:24:08.652" v="1854" actId="478"/>
          <ac:spMkLst>
            <pc:docMk/>
            <pc:sldMk cId="2191473599" sldId="330"/>
            <ac:spMk id="2" creationId="{50AA247F-92DB-F6B6-4E57-8EC20190BEA9}"/>
          </ac:spMkLst>
        </pc:spChg>
        <pc:spChg chg="mod">
          <ac:chgData name="ADEYEMI ADEKUNLE" userId="a483ecd3-f11f-4aa7-9ba3-c9d89436c48d" providerId="ADAL" clId="{5BA6DB01-99ED-4085-8148-7956947A531B}" dt="2026-01-11T13:23:07.356" v="1850" actId="20577"/>
          <ac:spMkLst>
            <pc:docMk/>
            <pc:sldMk cId="2191473599" sldId="330"/>
            <ac:spMk id="3" creationId="{3C919A6C-7CF3-362B-1CB4-86C5656A1BAC}"/>
          </ac:spMkLst>
        </pc:spChg>
        <pc:spChg chg="del">
          <ac:chgData name="ADEYEMI ADEKUNLE" userId="a483ecd3-f11f-4aa7-9ba3-c9d89436c48d" providerId="ADAL" clId="{5BA6DB01-99ED-4085-8148-7956947A531B}" dt="2026-01-11T12:18:47.194" v="1006" actId="478"/>
          <ac:spMkLst>
            <pc:docMk/>
            <pc:sldMk cId="2191473599" sldId="330"/>
            <ac:spMk id="4" creationId="{BC1DF5C3-51DE-F653-6E2F-99E82E894808}"/>
          </ac:spMkLst>
        </pc:spChg>
        <pc:spChg chg="add del">
          <ac:chgData name="ADEYEMI ADEKUNLE" userId="a483ecd3-f11f-4aa7-9ba3-c9d89436c48d" providerId="ADAL" clId="{5BA6DB01-99ED-4085-8148-7956947A531B}" dt="2026-01-11T13:24:08.652" v="1854" actId="478"/>
          <ac:spMkLst>
            <pc:docMk/>
            <pc:sldMk cId="2191473599" sldId="330"/>
            <ac:spMk id="6" creationId="{D2709B21-388C-A9F9-DCDE-04CF94C63583}"/>
          </ac:spMkLst>
        </pc:spChg>
        <pc:spChg chg="add mod">
          <ac:chgData name="ADEYEMI ADEKUNLE" userId="a483ecd3-f11f-4aa7-9ba3-c9d89436c48d" providerId="ADAL" clId="{5BA6DB01-99ED-4085-8148-7956947A531B}" dt="2026-01-11T13:25:45.056" v="1908" actId="20577"/>
          <ac:spMkLst>
            <pc:docMk/>
            <pc:sldMk cId="2191473599" sldId="330"/>
            <ac:spMk id="7" creationId="{55D6E7DB-CFAA-C7E5-A366-529401E6AB82}"/>
          </ac:spMkLst>
        </pc:spChg>
      </pc:sldChg>
      <pc:sldChg chg="addSp delSp modSp add mod modNotesTx">
        <pc:chgData name="ADEYEMI ADEKUNLE" userId="a483ecd3-f11f-4aa7-9ba3-c9d89436c48d" providerId="ADAL" clId="{5BA6DB01-99ED-4085-8148-7956947A531B}" dt="2026-01-11T19:29:33.433" v="2768" actId="20577"/>
        <pc:sldMkLst>
          <pc:docMk/>
          <pc:sldMk cId="2546647310" sldId="331"/>
        </pc:sldMkLst>
        <pc:spChg chg="del">
          <ac:chgData name="ADEYEMI ADEKUNLE" userId="a483ecd3-f11f-4aa7-9ba3-c9d89436c48d" providerId="ADAL" clId="{5BA6DB01-99ED-4085-8148-7956947A531B}" dt="2026-01-11T12:24:09.171" v="1084" actId="478"/>
          <ac:spMkLst>
            <pc:docMk/>
            <pc:sldMk cId="2546647310" sldId="331"/>
            <ac:spMk id="2" creationId="{8BF42B10-733B-E9E7-5128-8640635FB6AC}"/>
          </ac:spMkLst>
        </pc:spChg>
        <pc:spChg chg="mod">
          <ac:chgData name="ADEYEMI ADEKUNLE" userId="a483ecd3-f11f-4aa7-9ba3-c9d89436c48d" providerId="ADAL" clId="{5BA6DB01-99ED-4085-8148-7956947A531B}" dt="2026-01-11T13:27:00.026" v="1910" actId="6549"/>
          <ac:spMkLst>
            <pc:docMk/>
            <pc:sldMk cId="2546647310" sldId="331"/>
            <ac:spMk id="3" creationId="{33D10622-5D59-63A4-DB78-D3B347D615AE}"/>
          </ac:spMkLst>
        </pc:spChg>
        <pc:spChg chg="add del mod">
          <ac:chgData name="ADEYEMI ADEKUNLE" userId="a483ecd3-f11f-4aa7-9ba3-c9d89436c48d" providerId="ADAL" clId="{5BA6DB01-99ED-4085-8148-7956947A531B}" dt="2026-01-11T13:27:16.196" v="1912" actId="478"/>
          <ac:spMkLst>
            <pc:docMk/>
            <pc:sldMk cId="2546647310" sldId="331"/>
            <ac:spMk id="6" creationId="{A4E8D9B4-D99A-5A55-3299-18F81365C26D}"/>
          </ac:spMkLst>
        </pc:spChg>
        <pc:spChg chg="add del mod">
          <ac:chgData name="ADEYEMI ADEKUNLE" userId="a483ecd3-f11f-4aa7-9ba3-c9d89436c48d" providerId="ADAL" clId="{5BA6DB01-99ED-4085-8148-7956947A531B}" dt="2026-01-11T13:27:11.604" v="1911" actId="478"/>
          <ac:spMkLst>
            <pc:docMk/>
            <pc:sldMk cId="2546647310" sldId="331"/>
            <ac:spMk id="7" creationId="{90EE1FD4-E571-484D-E64F-C2D2C2B9DB96}"/>
          </ac:spMkLst>
        </pc:spChg>
        <pc:spChg chg="add mod">
          <ac:chgData name="ADEYEMI ADEKUNLE" userId="a483ecd3-f11f-4aa7-9ba3-c9d89436c48d" providerId="ADAL" clId="{5BA6DB01-99ED-4085-8148-7956947A531B}" dt="2026-01-11T19:29:33.433" v="2768" actId="20577"/>
          <ac:spMkLst>
            <pc:docMk/>
            <pc:sldMk cId="2546647310" sldId="331"/>
            <ac:spMk id="9" creationId="{CB2237A3-1FE8-3F58-446D-E9A74CA56B72}"/>
          </ac:spMkLst>
        </pc:spChg>
      </pc:sldChg>
      <pc:sldChg chg="addSp delSp modSp add del mod">
        <pc:chgData name="ADEYEMI ADEKUNLE" userId="a483ecd3-f11f-4aa7-9ba3-c9d89436c48d" providerId="ADAL" clId="{5BA6DB01-99ED-4085-8148-7956947A531B}" dt="2026-01-11T12:33:07.895" v="1321" actId="47"/>
        <pc:sldMkLst>
          <pc:docMk/>
          <pc:sldMk cId="1043498755" sldId="332"/>
        </pc:sldMkLst>
        <pc:spChg chg="mod">
          <ac:chgData name="ADEYEMI ADEKUNLE" userId="a483ecd3-f11f-4aa7-9ba3-c9d89436c48d" providerId="ADAL" clId="{5BA6DB01-99ED-4085-8148-7956947A531B}" dt="2026-01-11T12:28:00.141" v="1166" actId="6559"/>
          <ac:spMkLst>
            <pc:docMk/>
            <pc:sldMk cId="1043498755" sldId="332"/>
            <ac:spMk id="3" creationId="{FF506BCD-7039-1704-AA12-CD451B8F897A}"/>
          </ac:spMkLst>
        </pc:spChg>
        <pc:spChg chg="add del mod">
          <ac:chgData name="ADEYEMI ADEKUNLE" userId="a483ecd3-f11f-4aa7-9ba3-c9d89436c48d" providerId="ADAL" clId="{5BA6DB01-99ED-4085-8148-7956947A531B}" dt="2026-01-11T12:30:40.972" v="1263" actId="21"/>
          <ac:spMkLst>
            <pc:docMk/>
            <pc:sldMk cId="1043498755" sldId="332"/>
            <ac:spMk id="4" creationId="{90EE1FD4-E571-484D-E64F-C2D2C2B9DB96}"/>
          </ac:spMkLst>
        </pc:spChg>
        <pc:spChg chg="del">
          <ac:chgData name="ADEYEMI ADEKUNLE" userId="a483ecd3-f11f-4aa7-9ba3-c9d89436c48d" providerId="ADAL" clId="{5BA6DB01-99ED-4085-8148-7956947A531B}" dt="2026-01-11T12:28:17.773" v="1167" actId="478"/>
          <ac:spMkLst>
            <pc:docMk/>
            <pc:sldMk cId="1043498755" sldId="332"/>
            <ac:spMk id="6" creationId="{30A46C7E-5214-18E7-F269-456E6904AAED}"/>
          </ac:spMkLst>
        </pc:spChg>
      </pc:sldChg>
      <pc:sldChg chg="addSp delSp modSp add mod">
        <pc:chgData name="ADEYEMI ADEKUNLE" userId="a483ecd3-f11f-4aa7-9ba3-c9d89436c48d" providerId="ADAL" clId="{5BA6DB01-99ED-4085-8148-7956947A531B}" dt="2026-01-11T19:13:55.771" v="2663" actId="12"/>
        <pc:sldMkLst>
          <pc:docMk/>
          <pc:sldMk cId="2140933252" sldId="332"/>
        </pc:sldMkLst>
        <pc:spChg chg="mod">
          <ac:chgData name="ADEYEMI ADEKUNLE" userId="a483ecd3-f11f-4aa7-9ba3-c9d89436c48d" providerId="ADAL" clId="{5BA6DB01-99ED-4085-8148-7956947A531B}" dt="2026-01-11T13:28:29.632" v="1946" actId="20577"/>
          <ac:spMkLst>
            <pc:docMk/>
            <pc:sldMk cId="2140933252" sldId="332"/>
            <ac:spMk id="3" creationId="{B3F20CE5-EA29-AA99-39B5-B10C3F251543}"/>
          </ac:spMkLst>
        </pc:spChg>
        <pc:spChg chg="add mod">
          <ac:chgData name="ADEYEMI ADEKUNLE" userId="a483ecd3-f11f-4aa7-9ba3-c9d89436c48d" providerId="ADAL" clId="{5BA6DB01-99ED-4085-8148-7956947A531B}" dt="2026-01-11T19:13:55.771" v="2663" actId="12"/>
          <ac:spMkLst>
            <pc:docMk/>
            <pc:sldMk cId="2140933252" sldId="332"/>
            <ac:spMk id="4" creationId="{984ABBA4-396C-7596-EA1F-A27BF1D195C9}"/>
          </ac:spMkLst>
        </pc:spChg>
        <pc:spChg chg="del mod">
          <ac:chgData name="ADEYEMI ADEKUNLE" userId="a483ecd3-f11f-4aa7-9ba3-c9d89436c48d" providerId="ADAL" clId="{5BA6DB01-99ED-4085-8148-7956947A531B}" dt="2026-01-11T13:28:34.735" v="1948" actId="478"/>
          <ac:spMkLst>
            <pc:docMk/>
            <pc:sldMk cId="2140933252" sldId="332"/>
            <ac:spMk id="6" creationId="{E07CC574-E268-3D93-DD18-26B467844FE8}"/>
          </ac:spMkLst>
        </pc:spChg>
        <pc:spChg chg="del">
          <ac:chgData name="ADEYEMI ADEKUNLE" userId="a483ecd3-f11f-4aa7-9ba3-c9d89436c48d" providerId="ADAL" clId="{5BA6DB01-99ED-4085-8148-7956947A531B}" dt="2026-01-11T13:28:38.219" v="1949" actId="478"/>
          <ac:spMkLst>
            <pc:docMk/>
            <pc:sldMk cId="2140933252" sldId="332"/>
            <ac:spMk id="7" creationId="{2CD56B23-4BAC-7ACE-8E6B-99230784BBDE}"/>
          </ac:spMkLst>
        </pc:spChg>
      </pc:sldChg>
      <pc:sldChg chg="addSp delSp modSp add mod modNotesTx">
        <pc:chgData name="ADEYEMI ADEKUNLE" userId="a483ecd3-f11f-4aa7-9ba3-c9d89436c48d" providerId="ADAL" clId="{5BA6DB01-99ED-4085-8148-7956947A531B}" dt="2026-01-11T19:07:29.524" v="2516" actId="20577"/>
        <pc:sldMkLst>
          <pc:docMk/>
          <pc:sldMk cId="3489999114" sldId="333"/>
        </pc:sldMkLst>
        <pc:spChg chg="mod ord">
          <ac:chgData name="ADEYEMI ADEKUNLE" userId="a483ecd3-f11f-4aa7-9ba3-c9d89436c48d" providerId="ADAL" clId="{5BA6DB01-99ED-4085-8148-7956947A531B}" dt="2026-01-11T17:13:48.471" v="2076" actId="26606"/>
          <ac:spMkLst>
            <pc:docMk/>
            <pc:sldMk cId="3489999114" sldId="333"/>
            <ac:spMk id="3" creationId="{041AC25E-FB6D-A4C9-1693-A7F9BFAE1D56}"/>
          </ac:spMkLst>
        </pc:spChg>
        <pc:spChg chg="mod">
          <ac:chgData name="ADEYEMI ADEKUNLE" userId="a483ecd3-f11f-4aa7-9ba3-c9d89436c48d" providerId="ADAL" clId="{5BA6DB01-99ED-4085-8148-7956947A531B}" dt="2026-01-11T19:03:27.947" v="2482" actId="1076"/>
          <ac:spMkLst>
            <pc:docMk/>
            <pc:sldMk cId="3489999114" sldId="333"/>
            <ac:spMk id="4" creationId="{2EE51399-10C0-EA48-3F5A-49583CA04589}"/>
          </ac:spMkLst>
        </pc:spChg>
        <pc:spChg chg="add mod">
          <ac:chgData name="ADEYEMI ADEKUNLE" userId="a483ecd3-f11f-4aa7-9ba3-c9d89436c48d" providerId="ADAL" clId="{5BA6DB01-99ED-4085-8148-7956947A531B}" dt="2026-01-11T19:04:01.245" v="2487" actId="1076"/>
          <ac:spMkLst>
            <pc:docMk/>
            <pc:sldMk cId="3489999114" sldId="333"/>
            <ac:spMk id="5" creationId="{96C63672-BF20-8473-6A01-E37D280CB65B}"/>
          </ac:spMkLst>
        </pc:spChg>
        <pc:spChg chg="add">
          <ac:chgData name="ADEYEMI ADEKUNLE" userId="a483ecd3-f11f-4aa7-9ba3-c9d89436c48d" providerId="ADAL" clId="{5BA6DB01-99ED-4085-8148-7956947A531B}" dt="2026-01-11T18:55:36.008" v="2445"/>
          <ac:spMkLst>
            <pc:docMk/>
            <pc:sldMk cId="3489999114" sldId="333"/>
            <ac:spMk id="6" creationId="{2A1D6693-3BA1-2FA3-72C4-48EBB9E9D5B8}"/>
          </ac:spMkLst>
        </pc:spChg>
        <pc:spChg chg="del mod">
          <ac:chgData name="ADEYEMI ADEKUNLE" userId="a483ecd3-f11f-4aa7-9ba3-c9d89436c48d" providerId="ADAL" clId="{5BA6DB01-99ED-4085-8148-7956947A531B}" dt="2026-01-11T17:16:23.410" v="2122" actId="478"/>
          <ac:spMkLst>
            <pc:docMk/>
            <pc:sldMk cId="3489999114" sldId="333"/>
            <ac:spMk id="17" creationId="{7FB50A4A-211C-FED4-C510-2390B195A544}"/>
          </ac:spMkLst>
        </pc:spChg>
        <pc:graphicFrameChg chg="add mod modGraphic">
          <ac:chgData name="ADEYEMI ADEKUNLE" userId="a483ecd3-f11f-4aa7-9ba3-c9d89436c48d" providerId="ADAL" clId="{5BA6DB01-99ED-4085-8148-7956947A531B}" dt="2026-01-11T19:04:07.170" v="2488" actId="1076"/>
          <ac:graphicFrameMkLst>
            <pc:docMk/>
            <pc:sldMk cId="3489999114" sldId="333"/>
            <ac:graphicFrameMk id="2" creationId="{0613685E-B0F5-AFA1-8E50-A69D998C1651}"/>
          </ac:graphicFrameMkLst>
        </pc:graphicFrameChg>
        <pc:graphicFrameChg chg="del">
          <ac:chgData name="ADEYEMI ADEKUNLE" userId="a483ecd3-f11f-4aa7-9ba3-c9d89436c48d" providerId="ADAL" clId="{5BA6DB01-99ED-4085-8148-7956947A531B}" dt="2026-01-11T17:13:41.863" v="2074" actId="478"/>
          <ac:graphicFrameMkLst>
            <pc:docMk/>
            <pc:sldMk cId="3489999114" sldId="333"/>
            <ac:graphicFrameMk id="14" creationId="{954387E0-D384-7B37-DB41-5E467747C511}"/>
          </ac:graphicFrameMkLst>
        </pc:graphicFrameChg>
      </pc:sldChg>
      <pc:sldChg chg="addSp delSp modSp add mod">
        <pc:chgData name="ADEYEMI ADEKUNLE" userId="a483ecd3-f11f-4aa7-9ba3-c9d89436c48d" providerId="ADAL" clId="{5BA6DB01-99ED-4085-8148-7956947A531B}" dt="2026-01-11T19:56:44.514" v="2814" actId="1076"/>
        <pc:sldMkLst>
          <pc:docMk/>
          <pc:sldMk cId="3854840165" sldId="334"/>
        </pc:sldMkLst>
        <pc:spChg chg="mod">
          <ac:chgData name="ADEYEMI ADEKUNLE" userId="a483ecd3-f11f-4aa7-9ba3-c9d89436c48d" providerId="ADAL" clId="{5BA6DB01-99ED-4085-8148-7956947A531B}" dt="2026-01-11T19:55:54.448" v="2802" actId="1076"/>
          <ac:spMkLst>
            <pc:docMk/>
            <pc:sldMk cId="3854840165" sldId="334"/>
            <ac:spMk id="4" creationId="{DE5F18C8-F5E0-EFA0-94E4-5663F9008F04}"/>
          </ac:spMkLst>
        </pc:spChg>
        <pc:spChg chg="add mod">
          <ac:chgData name="ADEYEMI ADEKUNLE" userId="a483ecd3-f11f-4aa7-9ba3-c9d89436c48d" providerId="ADAL" clId="{5BA6DB01-99ED-4085-8148-7956947A531B}" dt="2026-01-11T19:56:44.514" v="2814" actId="1076"/>
          <ac:spMkLst>
            <pc:docMk/>
            <pc:sldMk cId="3854840165" sldId="334"/>
            <ac:spMk id="5" creationId="{91237A6D-DA4A-E93E-F25B-C73B259A5651}"/>
          </ac:spMkLst>
        </pc:spChg>
        <pc:spChg chg="del mod">
          <ac:chgData name="ADEYEMI ADEKUNLE" userId="a483ecd3-f11f-4aa7-9ba3-c9d89436c48d" providerId="ADAL" clId="{5BA6DB01-99ED-4085-8148-7956947A531B}" dt="2026-01-11T19:52:47.001" v="2774"/>
          <ac:spMkLst>
            <pc:docMk/>
            <pc:sldMk cId="3854840165" sldId="334"/>
            <ac:spMk id="8" creationId="{5B177431-6789-F093-FF96-2E8AE630D4A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1/12/2026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1/12/2026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Adeyemi Adekunle, and this presentation is based on my MSc Data Science project titled </a:t>
            </a:r>
            <a:r>
              <a:rPr lang="en-US" b="1" dirty="0"/>
              <a:t>“Automated and Adaptive Feature Selection for Enhancing Machine Learning Performance on Large and Diverse Datasets.”</a:t>
            </a:r>
          </a:p>
          <a:p>
            <a:endParaRPr lang="en-US" dirty="0"/>
          </a:p>
          <a:p>
            <a:r>
              <a:rPr lang="en-US" dirty="0"/>
              <a:t>The study investigates whether a </a:t>
            </a:r>
            <a:r>
              <a:rPr lang="en-US" b="1" dirty="0"/>
              <a:t>lightweight, explainable heuristic framework</a:t>
            </a:r>
            <a:r>
              <a:rPr lang="en-US" dirty="0"/>
              <a:t> can adaptively choose feature-selection strategies based on dataset characteristics, as an alternative to heavy </a:t>
            </a:r>
            <a:r>
              <a:rPr lang="en-US" dirty="0" err="1"/>
              <a:t>AutoML</a:t>
            </a:r>
            <a:r>
              <a:rPr lang="en-US" dirty="0"/>
              <a:t> approaches.</a:t>
            </a:r>
          </a:p>
        </p:txBody>
      </p:sp>
      <p:sp>
        <p:nvSpPr>
          <p:cNvPr id="4" name="Slide Number Placeholder 3"/>
          <p:cNvSpPr>
            <a:spLocks noGrp="1"/>
          </p:cNvSpPr>
          <p:nvPr>
            <p:ph type="sldNum" sz="quarter" idx="5"/>
          </p:nvPr>
        </p:nvSpPr>
        <p:spPr/>
        <p:txBody>
          <a:bodyPr/>
          <a:lstStyle/>
          <a:p>
            <a:fld id="{C37D7554-D10C-4E29-B8E6-BB7111FA614F}" type="slidenum">
              <a:rPr lang="en-US" smtClean="0"/>
              <a:t>1</a:t>
            </a:fld>
            <a:endParaRPr lang="en-US" dirty="0"/>
          </a:p>
        </p:txBody>
      </p:sp>
    </p:spTree>
    <p:extLst>
      <p:ext uri="{BB962C8B-B14F-4D97-AF65-F5344CB8AC3E}">
        <p14:creationId xmlns:p14="http://schemas.microsoft.com/office/powerpoint/2010/main" val="2733047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datasets are increasingly high-dimensional, noisy, and inconsistent.</a:t>
            </a:r>
          </a:p>
          <a:p>
            <a:r>
              <a:rPr lang="en-US" dirty="0"/>
              <a:t>Manual feature selection is slow and subjective, while applying a single feature-selection method across all datasets is risky.</a:t>
            </a:r>
          </a:p>
          <a:p>
            <a:endParaRPr lang="en-US" dirty="0"/>
          </a:p>
          <a:p>
            <a:r>
              <a:rPr lang="en-US" dirty="0"/>
              <a:t>A poor feature-selection choice can reduce accuracy, increase runtime, or produce unstable feature subsets.</a:t>
            </a:r>
          </a:p>
          <a:p>
            <a:r>
              <a:rPr lang="en-US" dirty="0"/>
              <a:t>This creates a need for a </a:t>
            </a:r>
            <a:r>
              <a:rPr lang="en-US" b="1" dirty="0"/>
              <a:t>data-aware yet practical approach to selecting</a:t>
            </a:r>
            <a:r>
              <a:rPr lang="en-US" dirty="0"/>
              <a:t> feature-selection methods.</a:t>
            </a:r>
          </a:p>
        </p:txBody>
      </p:sp>
      <p:sp>
        <p:nvSpPr>
          <p:cNvPr id="4" name="Slide Number Placeholder 3"/>
          <p:cNvSpPr>
            <a:spLocks noGrp="1"/>
          </p:cNvSpPr>
          <p:nvPr>
            <p:ph type="sldNum" sz="quarter" idx="5"/>
          </p:nvPr>
        </p:nvSpPr>
        <p:spPr/>
        <p:txBody>
          <a:bodyPr/>
          <a:lstStyle/>
          <a:p>
            <a:fld id="{C37D7554-D10C-4E29-B8E6-BB7111FA614F}" type="slidenum">
              <a:rPr lang="en-US" smtClean="0"/>
              <a:t>2</a:t>
            </a:fld>
            <a:endParaRPr lang="en-US" dirty="0"/>
          </a:p>
        </p:txBody>
      </p:sp>
    </p:spTree>
    <p:extLst>
      <p:ext uri="{BB962C8B-B14F-4D97-AF65-F5344CB8AC3E}">
        <p14:creationId xmlns:p14="http://schemas.microsoft.com/office/powerpoint/2010/main" val="2547985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B9526-8F43-DA7D-E2F9-EE53628DC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0A187-38E4-FACA-C96B-5ECE9C4BD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FBCE4-8568-7C6A-69DB-11F30922BF62}"/>
              </a:ext>
            </a:extLst>
          </p:cNvPr>
          <p:cNvSpPr>
            <a:spLocks noGrp="1"/>
          </p:cNvSpPr>
          <p:nvPr>
            <p:ph type="body" idx="1"/>
          </p:nvPr>
        </p:nvSpPr>
        <p:spPr/>
        <p:txBody>
          <a:bodyPr/>
          <a:lstStyle/>
          <a:p>
            <a:r>
              <a:rPr lang="en-US" dirty="0"/>
              <a:t>“I’m not claiming FS always improves accuracy. The hypothesis is that the heuristic improves results or efficiency depending on the dataset conditions.</a:t>
            </a:r>
            <a:endParaRPr lang="en-GB" dirty="0"/>
          </a:p>
        </p:txBody>
      </p:sp>
      <p:sp>
        <p:nvSpPr>
          <p:cNvPr id="4" name="Slide Number Placeholder 3">
            <a:extLst>
              <a:ext uri="{FF2B5EF4-FFF2-40B4-BE49-F238E27FC236}">
                <a16:creationId xmlns:a16="http://schemas.microsoft.com/office/drawing/2014/main" id="{55FF2922-4E15-4A81-EA06-D73C94A944A4}"/>
              </a:ext>
            </a:extLst>
          </p:cNvPr>
          <p:cNvSpPr>
            <a:spLocks noGrp="1"/>
          </p:cNvSpPr>
          <p:nvPr>
            <p:ph type="sldNum" sz="quarter" idx="5"/>
          </p:nvPr>
        </p:nvSpPr>
        <p:spPr/>
        <p:txBody>
          <a:bodyPr/>
          <a:lstStyle/>
          <a:p>
            <a:fld id="{C37D7554-D10C-4E29-B8E6-BB7111FA614F}" type="slidenum">
              <a:rPr lang="en-US" smtClean="0"/>
              <a:t>3</a:t>
            </a:fld>
            <a:endParaRPr lang="en-US" dirty="0"/>
          </a:p>
        </p:txBody>
      </p:sp>
    </p:spTree>
    <p:extLst>
      <p:ext uri="{BB962C8B-B14F-4D97-AF65-F5344CB8AC3E}">
        <p14:creationId xmlns:p14="http://schemas.microsoft.com/office/powerpoint/2010/main" val="2498669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3CF1-0F04-6B8D-812E-DC4AEC164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F58B2-5183-AC76-C461-BAEF634DC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2B60B-7532-326F-92A3-EA075BAA05A9}"/>
              </a:ext>
            </a:extLst>
          </p:cNvPr>
          <p:cNvSpPr>
            <a:spLocks noGrp="1"/>
          </p:cNvSpPr>
          <p:nvPr>
            <p:ph type="body" idx="1"/>
          </p:nvPr>
        </p:nvSpPr>
        <p:spPr/>
        <p:txBody>
          <a:bodyPr/>
          <a:lstStyle/>
          <a:p>
            <a:r>
              <a:rPr lang="en-US" dirty="0"/>
              <a:t>These families differ primarily in terms of speed, risk of overfitting, and their ability to handle correlation/high dimensionality.</a:t>
            </a:r>
            <a:endParaRPr lang="en-GB" dirty="0"/>
          </a:p>
        </p:txBody>
      </p:sp>
      <p:sp>
        <p:nvSpPr>
          <p:cNvPr id="4" name="Slide Number Placeholder 3">
            <a:extLst>
              <a:ext uri="{FF2B5EF4-FFF2-40B4-BE49-F238E27FC236}">
                <a16:creationId xmlns:a16="http://schemas.microsoft.com/office/drawing/2014/main" id="{380CBA54-E720-3B1C-2071-40CFBD94806E}"/>
              </a:ext>
            </a:extLst>
          </p:cNvPr>
          <p:cNvSpPr>
            <a:spLocks noGrp="1"/>
          </p:cNvSpPr>
          <p:nvPr>
            <p:ph type="sldNum" sz="quarter" idx="5"/>
          </p:nvPr>
        </p:nvSpPr>
        <p:spPr/>
        <p:txBody>
          <a:bodyPr/>
          <a:lstStyle/>
          <a:p>
            <a:fld id="{C37D7554-D10C-4E29-B8E6-BB7111FA614F}" type="slidenum">
              <a:rPr lang="en-US" smtClean="0"/>
              <a:t>4</a:t>
            </a:fld>
            <a:endParaRPr lang="en-US" dirty="0"/>
          </a:p>
        </p:txBody>
      </p:sp>
    </p:spTree>
    <p:extLst>
      <p:ext uri="{BB962C8B-B14F-4D97-AF65-F5344CB8AC3E}">
        <p14:creationId xmlns:p14="http://schemas.microsoft.com/office/powerpoint/2010/main" val="1563944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8C049-F7AF-4167-4EAD-8CC1ED296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B2171-3A82-5FD1-1DD5-5D5D99128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75CE4-0FB4-C123-BD30-A48AB3CE59DE}"/>
              </a:ext>
            </a:extLst>
          </p:cNvPr>
          <p:cNvSpPr>
            <a:spLocks noGrp="1"/>
          </p:cNvSpPr>
          <p:nvPr>
            <p:ph type="body" idx="1"/>
          </p:nvPr>
        </p:nvSpPr>
        <p:spPr/>
        <p:txBody>
          <a:bodyPr/>
          <a:lstStyle/>
          <a:p>
            <a:r>
              <a:rPr lang="en-US" dirty="0"/>
              <a:t>My work targets practical automation: faster than </a:t>
            </a:r>
            <a:r>
              <a:rPr lang="en-US" dirty="0" err="1"/>
              <a:t>AutoML</a:t>
            </a:r>
            <a:r>
              <a:rPr lang="en-US" dirty="0"/>
              <a:t>, and easier to explain</a:t>
            </a:r>
            <a:endParaRPr lang="en-GB" dirty="0"/>
          </a:p>
        </p:txBody>
      </p:sp>
      <p:sp>
        <p:nvSpPr>
          <p:cNvPr id="4" name="Slide Number Placeholder 3">
            <a:extLst>
              <a:ext uri="{FF2B5EF4-FFF2-40B4-BE49-F238E27FC236}">
                <a16:creationId xmlns:a16="http://schemas.microsoft.com/office/drawing/2014/main" id="{10665CC2-04CC-048B-18C3-B96A8610372B}"/>
              </a:ext>
            </a:extLst>
          </p:cNvPr>
          <p:cNvSpPr>
            <a:spLocks noGrp="1"/>
          </p:cNvSpPr>
          <p:nvPr>
            <p:ph type="sldNum" sz="quarter" idx="5"/>
          </p:nvPr>
        </p:nvSpPr>
        <p:spPr/>
        <p:txBody>
          <a:bodyPr/>
          <a:lstStyle/>
          <a:p>
            <a:fld id="{C37D7554-D10C-4E29-B8E6-BB7111FA614F}" type="slidenum">
              <a:rPr lang="en-US" smtClean="0"/>
              <a:t>5</a:t>
            </a:fld>
            <a:endParaRPr lang="en-US" dirty="0"/>
          </a:p>
        </p:txBody>
      </p:sp>
    </p:spTree>
    <p:extLst>
      <p:ext uri="{BB962C8B-B14F-4D97-AF65-F5344CB8AC3E}">
        <p14:creationId xmlns:p14="http://schemas.microsoft.com/office/powerpoint/2010/main" val="726529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956E-F86A-F79E-8A58-FBB82A54E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C4BAB-C92A-ABCD-25E0-5F4138920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066BD-470F-2E29-3433-8A332BD7270A}"/>
              </a:ext>
            </a:extLst>
          </p:cNvPr>
          <p:cNvSpPr>
            <a:spLocks noGrp="1"/>
          </p:cNvSpPr>
          <p:nvPr>
            <p:ph type="body" idx="1"/>
          </p:nvPr>
        </p:nvSpPr>
        <p:spPr/>
        <p:txBody>
          <a:bodyPr/>
          <a:lstStyle/>
          <a:p>
            <a:r>
              <a:rPr lang="en-US" dirty="0"/>
              <a:t>The novelty is the decision layer: it produces an explainable choice instead of a black box.</a:t>
            </a:r>
            <a:endParaRPr lang="en-GB" dirty="0"/>
          </a:p>
        </p:txBody>
      </p:sp>
      <p:sp>
        <p:nvSpPr>
          <p:cNvPr id="4" name="Slide Number Placeholder 3">
            <a:extLst>
              <a:ext uri="{FF2B5EF4-FFF2-40B4-BE49-F238E27FC236}">
                <a16:creationId xmlns:a16="http://schemas.microsoft.com/office/drawing/2014/main" id="{BA01C11F-597E-C8C3-A48A-B661597BD6CC}"/>
              </a:ext>
            </a:extLst>
          </p:cNvPr>
          <p:cNvSpPr>
            <a:spLocks noGrp="1"/>
          </p:cNvSpPr>
          <p:nvPr>
            <p:ph type="sldNum" sz="quarter" idx="5"/>
          </p:nvPr>
        </p:nvSpPr>
        <p:spPr/>
        <p:txBody>
          <a:bodyPr/>
          <a:lstStyle/>
          <a:p>
            <a:fld id="{C37D7554-D10C-4E29-B8E6-BB7111FA614F}" type="slidenum">
              <a:rPr lang="en-US" smtClean="0"/>
              <a:t>6</a:t>
            </a:fld>
            <a:endParaRPr lang="en-US" dirty="0"/>
          </a:p>
        </p:txBody>
      </p:sp>
    </p:spTree>
    <p:extLst>
      <p:ext uri="{BB962C8B-B14F-4D97-AF65-F5344CB8AC3E}">
        <p14:creationId xmlns:p14="http://schemas.microsoft.com/office/powerpoint/2010/main" val="3271753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 end-to-end flow. The most important part is profiling + rules before selecting features.”</a:t>
            </a:r>
            <a:endParaRPr lang="en-GB" dirty="0"/>
          </a:p>
        </p:txBody>
      </p:sp>
      <p:sp>
        <p:nvSpPr>
          <p:cNvPr id="4" name="Slide Number Placeholder 3"/>
          <p:cNvSpPr>
            <a:spLocks noGrp="1"/>
          </p:cNvSpPr>
          <p:nvPr>
            <p:ph type="sldNum" sz="quarter" idx="5"/>
          </p:nvPr>
        </p:nvSpPr>
        <p:spPr/>
        <p:txBody>
          <a:bodyPr/>
          <a:lstStyle/>
          <a:p>
            <a:fld id="{C37D7554-D10C-4E29-B8E6-BB7111FA614F}" type="slidenum">
              <a:rPr lang="en-US" smtClean="0"/>
              <a:t>7</a:t>
            </a:fld>
            <a:endParaRPr lang="en-US" dirty="0"/>
          </a:p>
        </p:txBody>
      </p:sp>
    </p:spTree>
    <p:extLst>
      <p:ext uri="{BB962C8B-B14F-4D97-AF65-F5344CB8AC3E}">
        <p14:creationId xmlns:p14="http://schemas.microsoft.com/office/powerpoint/2010/main" val="4289897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datasets are intentionally diverse so we can see if the heuristic behaves sensibly across conditions</a:t>
            </a:r>
            <a:endParaRPr lang="en-GB" dirty="0"/>
          </a:p>
        </p:txBody>
      </p:sp>
      <p:sp>
        <p:nvSpPr>
          <p:cNvPr id="4" name="Slide Number Placeholder 3"/>
          <p:cNvSpPr>
            <a:spLocks noGrp="1"/>
          </p:cNvSpPr>
          <p:nvPr>
            <p:ph type="sldNum" sz="quarter" idx="5"/>
          </p:nvPr>
        </p:nvSpPr>
        <p:spPr/>
        <p:txBody>
          <a:bodyPr/>
          <a:lstStyle/>
          <a:p>
            <a:fld id="{C37D7554-D10C-4E29-B8E6-BB7111FA614F}" type="slidenum">
              <a:rPr lang="en-US" smtClean="0"/>
              <a:t>8</a:t>
            </a:fld>
            <a:endParaRPr lang="en-US" dirty="0"/>
          </a:p>
        </p:txBody>
      </p:sp>
    </p:spTree>
    <p:extLst>
      <p:ext uri="{BB962C8B-B14F-4D97-AF65-F5344CB8AC3E}">
        <p14:creationId xmlns:p14="http://schemas.microsoft.com/office/powerpoint/2010/main" val="2259181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412A-9B4F-418C-5894-B514B66D9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782D2-2F7F-992A-F9AE-976203229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1B0D2-E679-02CE-F87A-F2DCDB868F9A}"/>
              </a:ext>
            </a:extLst>
          </p:cNvPr>
          <p:cNvSpPr>
            <a:spLocks noGrp="1"/>
          </p:cNvSpPr>
          <p:nvPr>
            <p:ph type="body" idx="1"/>
          </p:nvPr>
        </p:nvSpPr>
        <p:spPr/>
        <p:txBody>
          <a:bodyPr/>
          <a:lstStyle/>
          <a:p>
            <a:r>
              <a:rPr lang="en-US" dirty="0"/>
              <a:t>I used a unified pipeline, so comparisons are fair and not driven by inconsistent preprocessing</a:t>
            </a:r>
            <a:endParaRPr lang="en-GB" dirty="0"/>
          </a:p>
        </p:txBody>
      </p:sp>
      <p:sp>
        <p:nvSpPr>
          <p:cNvPr id="4" name="Slide Number Placeholder 3">
            <a:extLst>
              <a:ext uri="{FF2B5EF4-FFF2-40B4-BE49-F238E27FC236}">
                <a16:creationId xmlns:a16="http://schemas.microsoft.com/office/drawing/2014/main" id="{024D3098-DE9E-0768-8397-2615976B6A6E}"/>
              </a:ext>
            </a:extLst>
          </p:cNvPr>
          <p:cNvSpPr>
            <a:spLocks noGrp="1"/>
          </p:cNvSpPr>
          <p:nvPr>
            <p:ph type="sldNum" sz="quarter" idx="5"/>
          </p:nvPr>
        </p:nvSpPr>
        <p:spPr/>
        <p:txBody>
          <a:bodyPr/>
          <a:lstStyle/>
          <a:p>
            <a:fld id="{C37D7554-D10C-4E29-B8E6-BB7111FA614F}" type="slidenum">
              <a:rPr lang="en-US" smtClean="0"/>
              <a:t>9</a:t>
            </a:fld>
            <a:endParaRPr lang="en-US" dirty="0"/>
          </a:p>
        </p:txBody>
      </p:sp>
    </p:spTree>
    <p:extLst>
      <p:ext uri="{BB962C8B-B14F-4D97-AF65-F5344CB8AC3E}">
        <p14:creationId xmlns:p14="http://schemas.microsoft.com/office/powerpoint/2010/main" val="2964301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22FB6-28E4-31FB-9352-84DC4FDED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9E7D1-5A14-B31E-FA77-AE1ADEA33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84236-3F4B-B7D7-6E64-E83C73586BCB}"/>
              </a:ext>
            </a:extLst>
          </p:cNvPr>
          <p:cNvSpPr>
            <a:spLocks noGrp="1"/>
          </p:cNvSpPr>
          <p:nvPr>
            <p:ph type="body" idx="1"/>
          </p:nvPr>
        </p:nvSpPr>
        <p:spPr/>
        <p:txBody>
          <a:bodyPr/>
          <a:lstStyle/>
          <a:p>
            <a:r>
              <a:rPr lang="en-US" dirty="0"/>
              <a:t>These signals are cheap, interpretable, and meaningful in deciding whether to use filter, wrapper, or embedded selection.</a:t>
            </a:r>
            <a:endParaRPr lang="en-GB" dirty="0"/>
          </a:p>
        </p:txBody>
      </p:sp>
      <p:sp>
        <p:nvSpPr>
          <p:cNvPr id="4" name="Slide Number Placeholder 3">
            <a:extLst>
              <a:ext uri="{FF2B5EF4-FFF2-40B4-BE49-F238E27FC236}">
                <a16:creationId xmlns:a16="http://schemas.microsoft.com/office/drawing/2014/main" id="{F6CB8EDA-0FEC-6A7A-B223-E807B4AA7994}"/>
              </a:ext>
            </a:extLst>
          </p:cNvPr>
          <p:cNvSpPr>
            <a:spLocks noGrp="1"/>
          </p:cNvSpPr>
          <p:nvPr>
            <p:ph type="sldNum" sz="quarter" idx="5"/>
          </p:nvPr>
        </p:nvSpPr>
        <p:spPr/>
        <p:txBody>
          <a:bodyPr/>
          <a:lstStyle/>
          <a:p>
            <a:fld id="{C37D7554-D10C-4E29-B8E6-BB7111FA614F}" type="slidenum">
              <a:rPr lang="en-US" smtClean="0"/>
              <a:t>10</a:t>
            </a:fld>
            <a:endParaRPr lang="en-US" dirty="0"/>
          </a:p>
        </p:txBody>
      </p:sp>
    </p:spTree>
    <p:extLst>
      <p:ext uri="{BB962C8B-B14F-4D97-AF65-F5344CB8AC3E}">
        <p14:creationId xmlns:p14="http://schemas.microsoft.com/office/powerpoint/2010/main" val="3279808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8471C-AAAF-5C0B-108A-46B76DA7F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A5BF3-FA38-2955-8B4D-540FE96A2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6CFA2-B323-7613-B496-71D5FE169A6E}"/>
              </a:ext>
            </a:extLst>
          </p:cNvPr>
          <p:cNvSpPr>
            <a:spLocks noGrp="1"/>
          </p:cNvSpPr>
          <p:nvPr>
            <p:ph type="body" idx="1"/>
          </p:nvPr>
        </p:nvSpPr>
        <p:spPr/>
        <p:txBody>
          <a:bodyPr/>
          <a:lstStyle/>
          <a:p>
            <a:r>
              <a:rPr lang="en-US" dirty="0"/>
              <a:t>The rules are simple on purpose. The objective is sensible automation with explainable decisions.</a:t>
            </a:r>
            <a:endParaRPr lang="en-GB" dirty="0"/>
          </a:p>
        </p:txBody>
      </p:sp>
      <p:sp>
        <p:nvSpPr>
          <p:cNvPr id="4" name="Slide Number Placeholder 3">
            <a:extLst>
              <a:ext uri="{FF2B5EF4-FFF2-40B4-BE49-F238E27FC236}">
                <a16:creationId xmlns:a16="http://schemas.microsoft.com/office/drawing/2014/main" id="{88EE62C3-FE3A-0583-ADDB-0FDA40FD3A49}"/>
              </a:ext>
            </a:extLst>
          </p:cNvPr>
          <p:cNvSpPr>
            <a:spLocks noGrp="1"/>
          </p:cNvSpPr>
          <p:nvPr>
            <p:ph type="sldNum" sz="quarter" idx="5"/>
          </p:nvPr>
        </p:nvSpPr>
        <p:spPr/>
        <p:txBody>
          <a:bodyPr/>
          <a:lstStyle/>
          <a:p>
            <a:fld id="{C37D7554-D10C-4E29-B8E6-BB7111FA614F}" type="slidenum">
              <a:rPr lang="en-US" smtClean="0"/>
              <a:t>11</a:t>
            </a:fld>
            <a:endParaRPr lang="en-US" dirty="0"/>
          </a:p>
        </p:txBody>
      </p:sp>
    </p:spTree>
    <p:extLst>
      <p:ext uri="{BB962C8B-B14F-4D97-AF65-F5344CB8AC3E}">
        <p14:creationId xmlns:p14="http://schemas.microsoft.com/office/powerpoint/2010/main" val="3337905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2FEDF-D281-EB23-E95A-B05BECDA8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1D845-242C-24C7-F1D9-CEAB582B3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1589A-9894-C462-9749-4DEC26BF409B}"/>
              </a:ext>
            </a:extLst>
          </p:cNvPr>
          <p:cNvSpPr>
            <a:spLocks noGrp="1"/>
          </p:cNvSpPr>
          <p:nvPr>
            <p:ph type="body" idx="1"/>
          </p:nvPr>
        </p:nvSpPr>
        <p:spPr/>
        <p:txBody>
          <a:bodyPr/>
          <a:lstStyle/>
          <a:p>
            <a:r>
              <a:rPr lang="en-US" dirty="0"/>
              <a:t>“The models cover different assumptions: linear separability vs non-linear interactions.”</a:t>
            </a:r>
            <a:endParaRPr lang="en-GB" dirty="0"/>
          </a:p>
        </p:txBody>
      </p:sp>
      <p:sp>
        <p:nvSpPr>
          <p:cNvPr id="4" name="Slide Number Placeholder 3">
            <a:extLst>
              <a:ext uri="{FF2B5EF4-FFF2-40B4-BE49-F238E27FC236}">
                <a16:creationId xmlns:a16="http://schemas.microsoft.com/office/drawing/2014/main" id="{32FF80CB-A455-614E-793A-BC62229F564E}"/>
              </a:ext>
            </a:extLst>
          </p:cNvPr>
          <p:cNvSpPr>
            <a:spLocks noGrp="1"/>
          </p:cNvSpPr>
          <p:nvPr>
            <p:ph type="sldNum" sz="quarter" idx="5"/>
          </p:nvPr>
        </p:nvSpPr>
        <p:spPr/>
        <p:txBody>
          <a:bodyPr/>
          <a:lstStyle/>
          <a:p>
            <a:fld id="{C37D7554-D10C-4E29-B8E6-BB7111FA614F}" type="slidenum">
              <a:rPr lang="en-US" smtClean="0"/>
              <a:t>12</a:t>
            </a:fld>
            <a:endParaRPr lang="en-US" dirty="0"/>
          </a:p>
        </p:txBody>
      </p:sp>
    </p:spTree>
    <p:extLst>
      <p:ext uri="{BB962C8B-B14F-4D97-AF65-F5344CB8AC3E}">
        <p14:creationId xmlns:p14="http://schemas.microsoft.com/office/powerpoint/2010/main" val="2575943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9B2A-DE7B-EF8A-BDB4-5949AB741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F1AA7-6649-2F2B-92A2-540E76276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9BFAC-5318-7C59-11BF-B815A1A3EFDA}"/>
              </a:ext>
            </a:extLst>
          </p:cNvPr>
          <p:cNvSpPr>
            <a:spLocks noGrp="1"/>
          </p:cNvSpPr>
          <p:nvPr>
            <p:ph type="body" idx="1"/>
          </p:nvPr>
        </p:nvSpPr>
        <p:spPr/>
        <p:txBody>
          <a:bodyPr/>
          <a:lstStyle/>
          <a:p>
            <a:r>
              <a:rPr lang="en-US" dirty="0"/>
              <a:t>I apply FS inside the CV training fold so the validation/test data does not influence selected features, and “I’m not judging only by accuracy. Runtime and stability matter for real deployment and trust</a:t>
            </a:r>
            <a:endParaRPr lang="en-GB" dirty="0"/>
          </a:p>
        </p:txBody>
      </p:sp>
      <p:sp>
        <p:nvSpPr>
          <p:cNvPr id="4" name="Slide Number Placeholder 3">
            <a:extLst>
              <a:ext uri="{FF2B5EF4-FFF2-40B4-BE49-F238E27FC236}">
                <a16:creationId xmlns:a16="http://schemas.microsoft.com/office/drawing/2014/main" id="{E01C9373-B219-D1EC-548A-2A3149B402B5}"/>
              </a:ext>
            </a:extLst>
          </p:cNvPr>
          <p:cNvSpPr>
            <a:spLocks noGrp="1"/>
          </p:cNvSpPr>
          <p:nvPr>
            <p:ph type="sldNum" sz="quarter" idx="5"/>
          </p:nvPr>
        </p:nvSpPr>
        <p:spPr/>
        <p:txBody>
          <a:bodyPr/>
          <a:lstStyle/>
          <a:p>
            <a:fld id="{C37D7554-D10C-4E29-B8E6-BB7111FA614F}" type="slidenum">
              <a:rPr lang="en-US" smtClean="0"/>
              <a:t>13</a:t>
            </a:fld>
            <a:endParaRPr lang="en-US" dirty="0"/>
          </a:p>
        </p:txBody>
      </p:sp>
    </p:spTree>
    <p:extLst>
      <p:ext uri="{BB962C8B-B14F-4D97-AF65-F5344CB8AC3E}">
        <p14:creationId xmlns:p14="http://schemas.microsoft.com/office/powerpoint/2010/main" val="2357028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look at the predictive performance</a:t>
            </a:r>
          </a:p>
          <a:p>
            <a:r>
              <a:rPr lang="en-US" dirty="0"/>
              <a:t>For Breast Cancer, performance stays the same because the heuristic didn’t really reduce features, so nothing was lost.</a:t>
            </a:r>
            <a:br>
              <a:rPr lang="en-US" dirty="0"/>
            </a:br>
            <a:r>
              <a:rPr lang="en-US" dirty="0"/>
              <a:t>For Bank Marketing and CIFAR-10, we see performance drops. This is important because it shows that adaptive feature selection is </a:t>
            </a:r>
            <a:r>
              <a:rPr lang="en-US" b="1" dirty="0"/>
              <a:t>not automatically better</a:t>
            </a:r>
            <a:r>
              <a:rPr lang="en-US" dirty="0"/>
              <a:t> — it depends heavily on the dataset.</a:t>
            </a:r>
            <a:br>
              <a:rPr lang="en-US" dirty="0"/>
            </a:br>
            <a:r>
              <a:rPr lang="en-US" dirty="0"/>
              <a:t>In these cases, the main benefit of heuristic FS is more about </a:t>
            </a:r>
            <a:r>
              <a:rPr lang="en-US" b="1" dirty="0"/>
              <a:t>efficiency and control</a:t>
            </a:r>
            <a:r>
              <a:rPr lang="en-US" dirty="0"/>
              <a:t>, not higher accuracy, which is why we need to evaluate trade-offs, not accuracy alone.”</a:t>
            </a:r>
            <a:endParaRPr lang="en-GB" dirty="0"/>
          </a:p>
        </p:txBody>
      </p:sp>
      <p:sp>
        <p:nvSpPr>
          <p:cNvPr id="4" name="Slide Number Placeholder 3"/>
          <p:cNvSpPr>
            <a:spLocks noGrp="1"/>
          </p:cNvSpPr>
          <p:nvPr>
            <p:ph type="sldNum" sz="quarter" idx="5"/>
          </p:nvPr>
        </p:nvSpPr>
        <p:spPr/>
        <p:txBody>
          <a:bodyPr/>
          <a:lstStyle/>
          <a:p>
            <a:fld id="{C37D7554-D10C-4E29-B8E6-BB7111FA614F}" type="slidenum">
              <a:rPr lang="en-US" smtClean="0"/>
              <a:t>14</a:t>
            </a:fld>
            <a:endParaRPr lang="en-US" dirty="0"/>
          </a:p>
        </p:txBody>
      </p:sp>
    </p:spTree>
    <p:extLst>
      <p:ext uri="{BB962C8B-B14F-4D97-AF65-F5344CB8AC3E}">
        <p14:creationId xmlns:p14="http://schemas.microsoft.com/office/powerpoint/2010/main" val="3660474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10C60-9384-7C2E-D0CA-A441D0CF9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D59EF-B19B-8138-7EB0-5EF272008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F48B0-545E-CFC6-7AA5-FAF6C4E5F5F1}"/>
              </a:ext>
            </a:extLst>
          </p:cNvPr>
          <p:cNvSpPr>
            <a:spLocks noGrp="1"/>
          </p:cNvSpPr>
          <p:nvPr>
            <p:ph type="body" idx="1"/>
          </p:nvPr>
        </p:nvSpPr>
        <p:spPr/>
        <p:txBody>
          <a:bodyPr/>
          <a:lstStyle/>
          <a:p>
            <a:r>
              <a:rPr lang="en-US" dirty="0"/>
              <a:t>Here I highlight the trade-offs behind the results.</a:t>
            </a:r>
            <a:br>
              <a:rPr lang="en-US" dirty="0"/>
            </a:br>
            <a:r>
              <a:rPr lang="en-US" dirty="0"/>
              <a:t>For CIFAR-10, reducing the features from 3,072 to 153 makes the learning problem much smaller, which cuts training time for heavier models like Logistic Regression and </a:t>
            </a:r>
            <a:r>
              <a:rPr lang="en-US" dirty="0" err="1"/>
              <a:t>XGBoost</a:t>
            </a:r>
            <a:r>
              <a:rPr lang="en-US" dirty="0"/>
              <a:t>, even though predictive performance drops.</a:t>
            </a:r>
            <a:br>
              <a:rPr lang="en-US" dirty="0"/>
            </a:br>
            <a:r>
              <a:rPr lang="en-US" dirty="0"/>
              <a:t>For Bank Marketing, feature selection actually increases total runtime because the wrapper method (RFE) requires repeated model fitting, so the FS step dominates the cost.</a:t>
            </a:r>
            <a:br>
              <a:rPr lang="en-US" dirty="0"/>
            </a:br>
            <a:r>
              <a:rPr lang="en-US" dirty="0"/>
              <a:t>In terms of stability, Breast Cancer and Bank Marketing show near-perfect stability, while CIFAR-10 is less stable, which is expected in very high-dimensional, noisy feature spaces</a:t>
            </a:r>
            <a:endParaRPr lang="en-GB" dirty="0"/>
          </a:p>
        </p:txBody>
      </p:sp>
      <p:sp>
        <p:nvSpPr>
          <p:cNvPr id="4" name="Slide Number Placeholder 3">
            <a:extLst>
              <a:ext uri="{FF2B5EF4-FFF2-40B4-BE49-F238E27FC236}">
                <a16:creationId xmlns:a16="http://schemas.microsoft.com/office/drawing/2014/main" id="{73AA61E3-AF43-3AA1-1A46-C0DCCFB18580}"/>
              </a:ext>
            </a:extLst>
          </p:cNvPr>
          <p:cNvSpPr>
            <a:spLocks noGrp="1"/>
          </p:cNvSpPr>
          <p:nvPr>
            <p:ph type="sldNum" sz="quarter" idx="5"/>
          </p:nvPr>
        </p:nvSpPr>
        <p:spPr/>
        <p:txBody>
          <a:bodyPr/>
          <a:lstStyle/>
          <a:p>
            <a:fld id="{C37D7554-D10C-4E29-B8E6-BB7111FA614F}" type="slidenum">
              <a:rPr lang="en-US" smtClean="0"/>
              <a:t>15</a:t>
            </a:fld>
            <a:endParaRPr lang="en-US" dirty="0"/>
          </a:p>
        </p:txBody>
      </p:sp>
    </p:spTree>
    <p:extLst>
      <p:ext uri="{BB962C8B-B14F-4D97-AF65-F5344CB8AC3E}">
        <p14:creationId xmlns:p14="http://schemas.microsoft.com/office/powerpoint/2010/main" val="2012807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explain </a:t>
            </a:r>
            <a:r>
              <a:rPr lang="en-US" i="1" dirty="0"/>
              <a:t>why</a:t>
            </a:r>
            <a:r>
              <a:rPr lang="en-US" dirty="0"/>
              <a:t> the heuristic worked in some cases and failed in others. </a:t>
            </a:r>
          </a:p>
          <a:p>
            <a:r>
              <a:rPr lang="en-US" dirty="0"/>
              <a:t>The key point is that the heuristic is </a:t>
            </a:r>
            <a:r>
              <a:rPr lang="en-US" b="1" dirty="0"/>
              <a:t>data-regime dependent</a:t>
            </a:r>
            <a:r>
              <a:rPr lang="en-US" dirty="0"/>
              <a:t> — it works best when the dataset structure matches the assumptions behind the chosen feature-selection family.</a:t>
            </a:r>
          </a:p>
          <a:p>
            <a:r>
              <a:rPr lang="en-US" dirty="0"/>
              <a:t>For Breast Cancer, we see what I call </a:t>
            </a:r>
            <a:r>
              <a:rPr lang="en-US" i="1" dirty="0"/>
              <a:t>safe adaptation</a:t>
            </a:r>
            <a:r>
              <a:rPr lang="en-US" dirty="0"/>
              <a:t>. The dataset is already low-dimensional and high-signal, so the heuristic does not force feature reduction. Performance stays the same, but interpretability and redundancy control are supported, which is the intended behaviour.</a:t>
            </a:r>
          </a:p>
          <a:p>
            <a:r>
              <a:rPr lang="en-US" dirty="0"/>
              <a:t>For Bank Marketing, we observe a </a:t>
            </a:r>
            <a:r>
              <a:rPr lang="en-US" i="1" dirty="0"/>
              <a:t>reliable failure</a:t>
            </a:r>
            <a:r>
              <a:rPr lang="en-US" dirty="0"/>
              <a:t>. The wrapper method is computationally expensive and harms minority-class detection. SHAP analysis shows that leakage-prone predictors can dominate, leading to the accuracy paradox — accuracy looks fine, but F1 and AUC collapse.</a:t>
            </a:r>
          </a:p>
          <a:p>
            <a:r>
              <a:rPr lang="en-US" dirty="0"/>
              <a:t>For CIFAR-10 in tabular form, filter-based feature selection improves feasibility by reducing dimensionality, but it also removes important information. Flattened pixels lose spatial meaning, which highlights a fundamental limitation of applying classical tabular feature selection to raw image vectors.”</a:t>
            </a:r>
          </a:p>
          <a:p>
            <a:endParaRPr lang="en-GB" dirty="0"/>
          </a:p>
        </p:txBody>
      </p:sp>
      <p:sp>
        <p:nvSpPr>
          <p:cNvPr id="4" name="Slide Number Placeholder 3"/>
          <p:cNvSpPr>
            <a:spLocks noGrp="1"/>
          </p:cNvSpPr>
          <p:nvPr>
            <p:ph type="sldNum" sz="quarter" idx="5"/>
          </p:nvPr>
        </p:nvSpPr>
        <p:spPr/>
        <p:txBody>
          <a:bodyPr/>
          <a:lstStyle/>
          <a:p>
            <a:fld id="{C37D7554-D10C-4E29-B8E6-BB7111FA614F}" type="slidenum">
              <a:rPr lang="en-US" smtClean="0"/>
              <a:t>16</a:t>
            </a:fld>
            <a:endParaRPr lang="en-US" dirty="0"/>
          </a:p>
        </p:txBody>
      </p:sp>
    </p:spTree>
    <p:extLst>
      <p:ext uri="{BB962C8B-B14F-4D97-AF65-F5344CB8AC3E}">
        <p14:creationId xmlns:p14="http://schemas.microsoft.com/office/powerpoint/2010/main" val="3498543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dissertation tested a heuristic-adaptive feature selection framework that uses simple dataset meta-features to choose a feature-selection family and a feature count. The key idea was to keep the approach lightweight and transparent, so it’s easier to justify than heavy </a:t>
            </a:r>
            <a:r>
              <a:rPr lang="en-US" dirty="0" err="1"/>
              <a:t>AutoML</a:t>
            </a:r>
            <a:r>
              <a:rPr lang="en-US" dirty="0"/>
              <a:t>-style selection.</a:t>
            </a:r>
          </a:p>
          <a:p>
            <a:r>
              <a:rPr lang="en-US" dirty="0"/>
              <a:t>From the results, the main finding is that feature selection is not a guaranteed win across all datasets. </a:t>
            </a:r>
          </a:p>
          <a:p>
            <a:endParaRPr lang="en-US" dirty="0"/>
          </a:p>
          <a:p>
            <a:r>
              <a:rPr lang="en-US" dirty="0"/>
              <a:t>On the Breast Cancer dataset, performance stayed basically unchanged, meaning the heuristic did not harm accuracy and it behaved safely in a low-dimensional setting. However, on Bank Marketing and on the CIFAR-10 tabular pixel dataset, the heuristic feature selection reduced predictive performance, especially when we look beyond accuracy to metrics like F1 and AUC.</a:t>
            </a:r>
          </a:p>
          <a:p>
            <a:endParaRPr lang="en-US" dirty="0"/>
          </a:p>
          <a:p>
            <a:r>
              <a:rPr lang="en-US" dirty="0"/>
              <a:t>So in terms of the hypothesis: overall, the null hypothesis cannot be universally rejected — we did not observe consistent improvements in predictive performance across all datasets and models. But there is partial support for the alternative hypothesis in a practical sense: the framework did achieve interpretability benefits and can improve efficiency in very high-dimensional settings, although the efficiency gain comes with a trade-off in performance for this particular CIFAR-10 representation.</a:t>
            </a:r>
          </a:p>
          <a:p>
            <a:endParaRPr lang="en-US" dirty="0"/>
          </a:p>
          <a:p>
            <a:r>
              <a:rPr lang="en-US" dirty="0"/>
              <a:t>The bigger takeaway is that the heuristic rules work best when the dataset matches the assumptions behind the selected FS family, and they need extra guardrails for imbalance, sparsity, and non-tabular structure.”</a:t>
            </a:r>
          </a:p>
          <a:p>
            <a:endParaRPr lang="en-GB" dirty="0"/>
          </a:p>
        </p:txBody>
      </p:sp>
      <p:sp>
        <p:nvSpPr>
          <p:cNvPr id="4" name="Slide Number Placeholder 3"/>
          <p:cNvSpPr>
            <a:spLocks noGrp="1"/>
          </p:cNvSpPr>
          <p:nvPr>
            <p:ph type="sldNum" sz="quarter" idx="5"/>
          </p:nvPr>
        </p:nvSpPr>
        <p:spPr/>
        <p:txBody>
          <a:bodyPr/>
          <a:lstStyle/>
          <a:p>
            <a:fld id="{C37D7554-D10C-4E29-B8E6-BB7111FA614F}" type="slidenum">
              <a:rPr lang="en-US" smtClean="0"/>
              <a:t>17</a:t>
            </a:fld>
            <a:endParaRPr lang="en-US" dirty="0"/>
          </a:p>
        </p:txBody>
      </p:sp>
    </p:spTree>
    <p:extLst>
      <p:ext uri="{BB962C8B-B14F-4D97-AF65-F5344CB8AC3E}">
        <p14:creationId xmlns:p14="http://schemas.microsoft.com/office/powerpoint/2010/main" val="2285362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577BA-770F-8C82-79C8-F1FB018B9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1CEC9-B6E5-4089-460D-1FF4E196D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CD324-C7AB-F5B2-A461-EA5A53369C85}"/>
              </a:ext>
            </a:extLst>
          </p:cNvPr>
          <p:cNvSpPr>
            <a:spLocks noGrp="1"/>
          </p:cNvSpPr>
          <p:nvPr>
            <p:ph type="body" idx="1"/>
          </p:nvPr>
        </p:nvSpPr>
        <p:spPr/>
        <p:txBody>
          <a:bodyPr/>
          <a:lstStyle/>
          <a:p>
            <a:r>
              <a:rPr lang="en-US" dirty="0"/>
              <a:t>“Based on these findings, there are clear improvements and next steps.</a:t>
            </a:r>
          </a:p>
          <a:p>
            <a:r>
              <a:rPr lang="en-US" dirty="0"/>
              <a:t>First, the framework should include a leakage screening rule, especially for datasets like Bank Marketing where certain features can dominate the prediction and distort evaluation. A simple check can flag features that are likely to leak outcome information or are not available at decision time.</a:t>
            </a:r>
          </a:p>
          <a:p>
            <a:r>
              <a:rPr lang="en-US" dirty="0"/>
              <a:t>Second, for imbalanced classification, feature selection should not be guided indirectly by accuracy. Future versions should choose and evaluate feature subsets using imbalance-sensitive metrics like F1, AUC, or PR-AUC, and include class weighting or cost-sensitive learning. This would reduce the risk of selecting subsets that look good in accuracy but perform poorly for the minority class.</a:t>
            </a:r>
          </a:p>
          <a:p>
            <a:r>
              <a:rPr lang="en-US" dirty="0"/>
              <a:t>Third, the framework needs a runtime-aware decision rule. Wrapper methods like RFE can become expensive when one-hot encoding creates sparse, wide matrices. A practical recommendation is: if sparsity and dimensionality indicate that wrapper selection will be too costly, fall back to a faster embedded method or a robust filter method.</a:t>
            </a:r>
          </a:p>
          <a:p>
            <a:r>
              <a:rPr lang="en-US" dirty="0"/>
              <a:t>For future work, the evaluation should be extended beyond three datasets. More benchmarks and more repeated resampling would strengthen the statistical conclusions and stability analysis.</a:t>
            </a:r>
          </a:p>
          <a:p>
            <a:r>
              <a:rPr lang="en-US" dirty="0"/>
              <a:t>Finally, for image-like data, raw pixels as tabular features are not ideal. A strong future direction is to apply the heuristic framework after extracting better representations, such as PCA components or CNN embeddings, where feature selection can be more meaningful and less destructive to the signal.</a:t>
            </a:r>
          </a:p>
          <a:p>
            <a:r>
              <a:rPr lang="en-US"/>
              <a:t>So overall, the recommendation is not to abandon heuristic automation, but to refine it: add leakage checks, handle imbalance properly, make it cost-aware, and use better representations for high-dimensional non-tabular data.</a:t>
            </a:r>
          </a:p>
          <a:p>
            <a:endParaRPr lang="en-GB" dirty="0"/>
          </a:p>
        </p:txBody>
      </p:sp>
      <p:sp>
        <p:nvSpPr>
          <p:cNvPr id="4" name="Slide Number Placeholder 3">
            <a:extLst>
              <a:ext uri="{FF2B5EF4-FFF2-40B4-BE49-F238E27FC236}">
                <a16:creationId xmlns:a16="http://schemas.microsoft.com/office/drawing/2014/main" id="{640BCAF2-E356-E33F-3482-B38C8B2A26BE}"/>
              </a:ext>
            </a:extLst>
          </p:cNvPr>
          <p:cNvSpPr>
            <a:spLocks noGrp="1"/>
          </p:cNvSpPr>
          <p:nvPr>
            <p:ph type="sldNum" sz="quarter" idx="5"/>
          </p:nvPr>
        </p:nvSpPr>
        <p:spPr/>
        <p:txBody>
          <a:bodyPr/>
          <a:lstStyle/>
          <a:p>
            <a:fld id="{C37D7554-D10C-4E29-B8E6-BB7111FA614F}" type="slidenum">
              <a:rPr lang="en-US" smtClean="0"/>
              <a:t>18</a:t>
            </a:fld>
            <a:endParaRPr lang="en-US" dirty="0"/>
          </a:p>
        </p:txBody>
      </p:sp>
    </p:spTree>
    <p:extLst>
      <p:ext uri="{BB962C8B-B14F-4D97-AF65-F5344CB8AC3E}">
        <p14:creationId xmlns:p14="http://schemas.microsoft.com/office/powerpoint/2010/main" val="54515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GB"/>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GB"/>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GB"/>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GB"/>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GB"/>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623061" y="-1805940"/>
            <a:ext cx="8774752" cy="5337810"/>
          </a:xfrm>
        </p:spPr>
        <p:txBody>
          <a:bodyPr>
            <a:noAutofit/>
          </a:bodyPr>
          <a:lstStyle/>
          <a:p>
            <a:pPr algn="ctr"/>
            <a:br>
              <a:rPr lang="en-US" sz="4200" dirty="0"/>
            </a:br>
            <a:br>
              <a:rPr lang="en-US" sz="4200" dirty="0"/>
            </a:br>
            <a:br>
              <a:rPr lang="en-US" sz="4200" dirty="0"/>
            </a:br>
            <a:br>
              <a:rPr lang="en-US" sz="4200" dirty="0"/>
            </a:br>
            <a:r>
              <a:rPr lang="en-GB" sz="4200" b="1" dirty="0"/>
              <a:t>Automated and Adaptive Feature Selection for Enhancing Machine Learning Performance on Large and Diverse Datasets</a:t>
            </a:r>
            <a:br>
              <a:rPr lang="en-GB" sz="4200" dirty="0"/>
            </a:br>
            <a:endParaRPr lang="en-US" sz="4200" dirty="0"/>
          </a:p>
        </p:txBody>
      </p:sp>
      <p:sp>
        <p:nvSpPr>
          <p:cNvPr id="3" name="TextBox 2">
            <a:extLst>
              <a:ext uri="{FF2B5EF4-FFF2-40B4-BE49-F238E27FC236}">
                <a16:creationId xmlns:a16="http://schemas.microsoft.com/office/drawing/2014/main" id="{73843D9E-E54F-A9F1-99A7-C8AD4D97F608}"/>
              </a:ext>
            </a:extLst>
          </p:cNvPr>
          <p:cNvSpPr txBox="1"/>
          <p:nvPr/>
        </p:nvSpPr>
        <p:spPr>
          <a:xfrm>
            <a:off x="1794187" y="3429000"/>
            <a:ext cx="9509758" cy="2400657"/>
          </a:xfrm>
          <a:prstGeom prst="rect">
            <a:avLst/>
          </a:prstGeom>
          <a:noFill/>
        </p:spPr>
        <p:txBody>
          <a:bodyPr wrap="square" rtlCol="0">
            <a:spAutoFit/>
          </a:bodyPr>
          <a:lstStyle/>
          <a:p>
            <a:r>
              <a:rPr lang="en-US" sz="3000" b="1" dirty="0">
                <a:solidFill>
                  <a:schemeClr val="bg1"/>
                </a:solidFill>
              </a:rPr>
              <a:t>Presented By:  Adeyemi Adekunle</a:t>
            </a:r>
            <a:br>
              <a:rPr lang="en-US" sz="3000" b="1" dirty="0">
                <a:solidFill>
                  <a:schemeClr val="bg1"/>
                </a:solidFill>
              </a:rPr>
            </a:br>
            <a:r>
              <a:rPr lang="en-US" sz="3000" b="1" dirty="0">
                <a:solidFill>
                  <a:schemeClr val="bg1"/>
                </a:solidFill>
              </a:rPr>
              <a:t>Course/School: MSc Data Science, York St John University, London Campus</a:t>
            </a:r>
            <a:br>
              <a:rPr lang="en-US" sz="3000" b="1" dirty="0">
                <a:solidFill>
                  <a:schemeClr val="bg1"/>
                </a:solidFill>
              </a:rPr>
            </a:br>
            <a:r>
              <a:rPr lang="en-US" sz="3000" b="1" dirty="0">
                <a:solidFill>
                  <a:schemeClr val="bg1"/>
                </a:solidFill>
              </a:rPr>
              <a:t>Supervisor: Anu Bala</a:t>
            </a:r>
            <a:br>
              <a:rPr lang="en-US" sz="3000" b="1" dirty="0">
                <a:solidFill>
                  <a:schemeClr val="bg1"/>
                </a:solidFill>
              </a:rPr>
            </a:br>
            <a:r>
              <a:rPr lang="en-US" sz="3000" b="1" dirty="0">
                <a:solidFill>
                  <a:schemeClr val="bg1"/>
                </a:solidFill>
              </a:rPr>
              <a:t>Date: 6 Jan 2026</a:t>
            </a:r>
            <a:endParaRPr lang="en-GB" sz="3000" b="1" dirty="0">
              <a:solidFill>
                <a:schemeClr val="bg1"/>
              </a:solidFill>
            </a:endParaRP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1468815" y="503852"/>
            <a:ext cx="9150675" cy="1427585"/>
          </a:xfrm>
        </p:spPr>
        <p:txBody>
          <a:bodyPr/>
          <a:lstStyle/>
          <a:p>
            <a:r>
              <a:rPr lang="en-US" b="1" dirty="0"/>
              <a:t>T</a:t>
            </a:r>
            <a:r>
              <a:rPr lang="en-GB" b="1" dirty="0"/>
              <a:t>he Problem</a:t>
            </a:r>
            <a:endParaRPr lang="en-ZA" b="1" dirty="0"/>
          </a:p>
        </p:txBody>
      </p:sp>
      <p:sp>
        <p:nvSpPr>
          <p:cNvPr id="4" name="Slide Number Placeholder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
        <p:nvSpPr>
          <p:cNvPr id="5" name="Rectangle 1">
            <a:extLst>
              <a:ext uri="{FF2B5EF4-FFF2-40B4-BE49-F238E27FC236}">
                <a16:creationId xmlns:a16="http://schemas.microsoft.com/office/drawing/2014/main" id="{1F17C769-528C-9107-74FC-C1842A2EE874}"/>
              </a:ext>
            </a:extLst>
          </p:cNvPr>
          <p:cNvSpPr>
            <a:spLocks noGrp="1" noChangeArrowheads="1"/>
          </p:cNvSpPr>
          <p:nvPr>
            <p:ph sz="quarter" idx="12"/>
          </p:nvPr>
        </p:nvSpPr>
        <p:spPr bwMode="auto">
          <a:xfrm>
            <a:off x="1572510" y="1658626"/>
            <a:ext cx="7882391" cy="3080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kumimoji="0" lang="en-US" altLang="en-US" sz="2200" b="1" i="0" u="none" strike="noStrike" cap="none" normalizeH="0" baseline="0" dirty="0">
                <a:ln>
                  <a:noFill/>
                </a:ln>
                <a:solidFill>
                  <a:schemeClr val="tx1"/>
                </a:solidFill>
                <a:effectLst/>
              </a:rPr>
              <a:t>Key point: </a:t>
            </a:r>
            <a:r>
              <a:rPr kumimoji="0" lang="en-US" altLang="en-US" sz="2200" i="0" u="none" strike="noStrike" cap="none" normalizeH="0" baseline="0" dirty="0">
                <a:ln>
                  <a:noFill/>
                </a:ln>
                <a:solidFill>
                  <a:schemeClr val="tx1"/>
                </a:solidFill>
                <a:effectLst/>
              </a:rPr>
              <a:t>Modern datasets can be high-dimensional, noisy, and inconsistent</a:t>
            </a:r>
          </a:p>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rPr>
              <a:t>Manual feature selection is slow and inconsistent</a:t>
            </a:r>
          </a:p>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rPr>
              <a:t>One FS method does not work best on every dataset</a:t>
            </a:r>
          </a:p>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rPr>
              <a:t>Wrong FS choice can reduce accuracy, increase runtime, and reduce stability.</a:t>
            </a:r>
          </a:p>
        </p:txBody>
      </p:sp>
    </p:spTree>
    <p:extLst>
      <p:ext uri="{BB962C8B-B14F-4D97-AF65-F5344CB8AC3E}">
        <p14:creationId xmlns:p14="http://schemas.microsoft.com/office/powerpoint/2010/main" val="2906152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56556-F8D6-FFC4-CE84-2D8734E64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366A9-7226-CD7A-17D1-3B4B233BB5B7}"/>
              </a:ext>
            </a:extLst>
          </p:cNvPr>
          <p:cNvSpPr>
            <a:spLocks noGrp="1"/>
          </p:cNvSpPr>
          <p:nvPr>
            <p:ph type="title"/>
          </p:nvPr>
        </p:nvSpPr>
        <p:spPr>
          <a:xfrm>
            <a:off x="1468815" y="396553"/>
            <a:ext cx="9150675" cy="1427585"/>
          </a:xfrm>
        </p:spPr>
        <p:txBody>
          <a:bodyPr/>
          <a:lstStyle/>
          <a:p>
            <a:r>
              <a:rPr lang="en-US" b="1" spc="300" dirty="0"/>
              <a:t>Ai</a:t>
            </a:r>
            <a:r>
              <a:rPr lang="en-US" b="1" dirty="0"/>
              <a:t>m, Objectives, Research Questions + Hypothesis</a:t>
            </a:r>
            <a:endParaRPr lang="en-ZA" b="1" dirty="0"/>
          </a:p>
        </p:txBody>
      </p:sp>
      <p:sp>
        <p:nvSpPr>
          <p:cNvPr id="3" name="Content Placeholder 2">
            <a:extLst>
              <a:ext uri="{FF2B5EF4-FFF2-40B4-BE49-F238E27FC236}">
                <a16:creationId xmlns:a16="http://schemas.microsoft.com/office/drawing/2014/main" id="{67D398EB-4F81-5A48-9807-4F4611163D2C}"/>
              </a:ext>
            </a:extLst>
          </p:cNvPr>
          <p:cNvSpPr>
            <a:spLocks noGrp="1"/>
          </p:cNvSpPr>
          <p:nvPr>
            <p:ph sz="quarter" idx="12"/>
          </p:nvPr>
        </p:nvSpPr>
        <p:spPr>
          <a:xfrm>
            <a:off x="1468816" y="1824138"/>
            <a:ext cx="4746928" cy="4119463"/>
          </a:xfrm>
        </p:spPr>
        <p:txBody>
          <a:bodyPr>
            <a:normAutofit fontScale="92500" lnSpcReduction="10000"/>
          </a:bodyPr>
          <a:lstStyle/>
          <a:p>
            <a:pPr marL="0" indent="0">
              <a:buNone/>
            </a:pPr>
            <a:r>
              <a:rPr lang="en-GB" sz="2400" b="1" dirty="0"/>
              <a:t>Aim:</a:t>
            </a:r>
            <a:r>
              <a:rPr lang="en-GB" sz="2400" dirty="0"/>
              <a:t> </a:t>
            </a:r>
          </a:p>
          <a:p>
            <a:pPr marL="0" indent="0">
              <a:buNone/>
            </a:pPr>
            <a:r>
              <a:rPr lang="en-GB" sz="2400" dirty="0"/>
              <a:t>Build and evaluate an explainable heuristic-adaptive FS framework.</a:t>
            </a:r>
          </a:p>
          <a:p>
            <a:pPr marL="0" indent="0">
              <a:buNone/>
            </a:pPr>
            <a:r>
              <a:rPr lang="en-GB" sz="2400" b="1" dirty="0"/>
              <a:t>Objectives:</a:t>
            </a:r>
            <a:endParaRPr lang="en-GB" sz="2400" dirty="0"/>
          </a:p>
          <a:p>
            <a:r>
              <a:rPr lang="en-GB" sz="2400" dirty="0"/>
              <a:t>Use dataset meta-features to select FS family + feature count</a:t>
            </a:r>
          </a:p>
          <a:p>
            <a:r>
              <a:rPr lang="en-GB" sz="2400" dirty="0"/>
              <a:t>Compare </a:t>
            </a:r>
            <a:r>
              <a:rPr lang="en-GB" sz="2400" b="1" dirty="0"/>
              <a:t>No-FS vs Heuristic-FS</a:t>
            </a:r>
            <a:r>
              <a:rPr lang="en-GB" sz="2400" dirty="0"/>
              <a:t> across datasets and models</a:t>
            </a:r>
          </a:p>
          <a:p>
            <a:r>
              <a:rPr lang="en-GB" sz="2400" dirty="0"/>
              <a:t>Evaluate with </a:t>
            </a:r>
            <a:r>
              <a:rPr lang="en-GB" sz="2400" b="1" dirty="0"/>
              <a:t>performance + runtime + stability</a:t>
            </a:r>
            <a:endParaRPr lang="en-GB" sz="2400" dirty="0"/>
          </a:p>
          <a:p>
            <a:pPr marL="0" indent="0">
              <a:buNone/>
            </a:pPr>
            <a:endParaRPr lang="en-US" sz="2200" dirty="0"/>
          </a:p>
        </p:txBody>
      </p:sp>
      <p:sp>
        <p:nvSpPr>
          <p:cNvPr id="4" name="Slide Number Placeholder 3">
            <a:extLst>
              <a:ext uri="{FF2B5EF4-FFF2-40B4-BE49-F238E27FC236}">
                <a16:creationId xmlns:a16="http://schemas.microsoft.com/office/drawing/2014/main" id="{91CF0054-1679-538A-B0E2-356CE80B6287}"/>
              </a:ext>
            </a:extLst>
          </p:cNvPr>
          <p:cNvSpPr>
            <a:spLocks noGrp="1"/>
          </p:cNvSpPr>
          <p:nvPr>
            <p:ph type="sldNum" sz="quarter" idx="15"/>
          </p:nvPr>
        </p:nvSpPr>
        <p:spPr/>
        <p:txBody>
          <a:bodyPr/>
          <a:lstStyle/>
          <a:p>
            <a:fld id="{18D65601-5AE2-46FC-B138-694DDD2B510D}" type="slidenum">
              <a:rPr lang="en-US" smtClean="0"/>
              <a:pPr/>
              <a:t>3</a:t>
            </a:fld>
            <a:endParaRPr lang="en-US" dirty="0"/>
          </a:p>
        </p:txBody>
      </p:sp>
      <p:sp>
        <p:nvSpPr>
          <p:cNvPr id="5" name="Content Placeholder 2">
            <a:extLst>
              <a:ext uri="{FF2B5EF4-FFF2-40B4-BE49-F238E27FC236}">
                <a16:creationId xmlns:a16="http://schemas.microsoft.com/office/drawing/2014/main" id="{B5A8E379-E198-7283-A041-E9EF13084415}"/>
              </a:ext>
            </a:extLst>
          </p:cNvPr>
          <p:cNvSpPr txBox="1">
            <a:spLocks/>
          </p:cNvSpPr>
          <p:nvPr/>
        </p:nvSpPr>
        <p:spPr>
          <a:xfrm>
            <a:off x="6846359" y="1953982"/>
            <a:ext cx="4746928" cy="4890409"/>
          </a:xfrm>
          <a:prstGeom prst="rect">
            <a:avLst/>
          </a:prstGeom>
        </p:spPr>
        <p:txBody>
          <a:bodyPr vert="horz" lIns="0" tIns="0" rIns="0" bIns="0" rtlCol="0">
            <a:normAutofit fontScale="85000" lnSpcReduction="20000"/>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t>Research Questions:</a:t>
            </a:r>
          </a:p>
          <a:p>
            <a:pPr eaLnBrk="0" fontAlgn="base" hangingPunct="0">
              <a:lnSpc>
                <a:spcPct val="120000"/>
              </a:lnSpc>
              <a:spcBef>
                <a:spcPct val="0"/>
              </a:spcBef>
              <a:spcAft>
                <a:spcPct val="0"/>
              </a:spcAft>
            </a:pPr>
            <a:r>
              <a:rPr lang="en-US" altLang="en-US" sz="2400" dirty="0"/>
              <a:t>Which dataset characteristics suggest FS is beneficial?</a:t>
            </a:r>
          </a:p>
          <a:p>
            <a:pPr eaLnBrk="0" fontAlgn="base" hangingPunct="0">
              <a:lnSpc>
                <a:spcPct val="120000"/>
              </a:lnSpc>
              <a:spcBef>
                <a:spcPct val="0"/>
              </a:spcBef>
              <a:spcAft>
                <a:spcPct val="0"/>
              </a:spcAft>
            </a:pPr>
            <a:r>
              <a:rPr lang="en-US" altLang="en-US" sz="2400" dirty="0"/>
              <a:t>Does heuristic FS improve performance vs No-FS?</a:t>
            </a:r>
          </a:p>
          <a:p>
            <a:pPr eaLnBrk="0" fontAlgn="base" hangingPunct="0">
              <a:lnSpc>
                <a:spcPct val="120000"/>
              </a:lnSpc>
              <a:spcBef>
                <a:spcPct val="0"/>
              </a:spcBef>
              <a:spcAft>
                <a:spcPct val="0"/>
              </a:spcAft>
            </a:pPr>
            <a:r>
              <a:rPr lang="en-US" altLang="en-US" sz="2400" dirty="0"/>
              <a:t>What trade-offs appear (accuracy vs runtime vs stability)?</a:t>
            </a:r>
          </a:p>
          <a:p>
            <a:pPr marL="0" indent="0">
              <a:buNone/>
            </a:pPr>
            <a:endParaRPr lang="en-GB" sz="2400" b="1" dirty="0"/>
          </a:p>
          <a:p>
            <a:pPr marL="0" indent="0">
              <a:buNone/>
            </a:pPr>
            <a:r>
              <a:rPr lang="en-GB" sz="2400" b="1" dirty="0"/>
              <a:t>Hypotheses:</a:t>
            </a:r>
            <a:endParaRPr lang="en-GB" sz="2400" dirty="0"/>
          </a:p>
          <a:p>
            <a:pPr marL="0" indent="0">
              <a:buNone/>
            </a:pPr>
            <a:r>
              <a:rPr lang="en-GB" sz="2400" b="1" dirty="0"/>
              <a:t>  H₀:</a:t>
            </a:r>
            <a:r>
              <a:rPr lang="en-GB" sz="2400" dirty="0"/>
              <a:t> Heuristic-FS does not significantly  improve performance/efficiency vs No-FS</a:t>
            </a:r>
          </a:p>
          <a:p>
            <a:pPr marL="0" indent="0">
              <a:buNone/>
            </a:pPr>
            <a:r>
              <a:rPr lang="en-GB" sz="2400" b="1" dirty="0"/>
              <a:t>  H₁:</a:t>
            </a:r>
            <a:r>
              <a:rPr lang="en-GB" sz="2400" dirty="0"/>
              <a:t> Heuristic-FS improves performance and/or efficiency vs No-FS on some datasets</a:t>
            </a:r>
          </a:p>
          <a:p>
            <a:pPr marL="0" indent="0">
              <a:buFont typeface="Arial" panose="020B0604020202020204" pitchFamily="34" charset="0"/>
              <a:buNone/>
            </a:pPr>
            <a:endParaRPr lang="en-US" sz="2200" dirty="0"/>
          </a:p>
        </p:txBody>
      </p:sp>
    </p:spTree>
    <p:extLst>
      <p:ext uri="{BB962C8B-B14F-4D97-AF65-F5344CB8AC3E}">
        <p14:creationId xmlns:p14="http://schemas.microsoft.com/office/powerpoint/2010/main" val="1627217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09A98-7B18-C52E-13C7-33D057E0B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FCF5B-6757-F4CD-BE04-224C524328F5}"/>
              </a:ext>
            </a:extLst>
          </p:cNvPr>
          <p:cNvSpPr>
            <a:spLocks noGrp="1"/>
          </p:cNvSpPr>
          <p:nvPr>
            <p:ph type="title"/>
          </p:nvPr>
        </p:nvSpPr>
        <p:spPr>
          <a:xfrm>
            <a:off x="1468815" y="503852"/>
            <a:ext cx="9150675" cy="1427585"/>
          </a:xfrm>
        </p:spPr>
        <p:txBody>
          <a:bodyPr/>
          <a:lstStyle/>
          <a:p>
            <a:r>
              <a:rPr lang="en-GB" b="1" dirty="0"/>
              <a:t>What is Feature Selection(FS)</a:t>
            </a:r>
            <a:endParaRPr lang="en-ZA" b="1" dirty="0"/>
          </a:p>
        </p:txBody>
      </p:sp>
      <p:sp>
        <p:nvSpPr>
          <p:cNvPr id="3" name="Content Placeholder 2">
            <a:extLst>
              <a:ext uri="{FF2B5EF4-FFF2-40B4-BE49-F238E27FC236}">
                <a16:creationId xmlns:a16="http://schemas.microsoft.com/office/drawing/2014/main" id="{2D9DA2D1-2240-7140-25D2-AE6393731F4C}"/>
              </a:ext>
            </a:extLst>
          </p:cNvPr>
          <p:cNvSpPr>
            <a:spLocks noGrp="1"/>
          </p:cNvSpPr>
          <p:nvPr>
            <p:ph sz="quarter" idx="12"/>
          </p:nvPr>
        </p:nvSpPr>
        <p:spPr>
          <a:xfrm>
            <a:off x="1468815" y="1562881"/>
            <a:ext cx="9254370" cy="4914119"/>
          </a:xfrm>
        </p:spPr>
        <p:txBody>
          <a:bodyPr>
            <a:noAutofit/>
          </a:bodyPr>
          <a:lstStyle/>
          <a:p>
            <a:pPr marL="0" indent="0">
              <a:buNone/>
            </a:pPr>
            <a:r>
              <a:rPr lang="en-GB" dirty="0"/>
              <a:t>Feature selection reduces the feature set to keep the most informative variables.</a:t>
            </a:r>
          </a:p>
          <a:p>
            <a:pPr marL="0" indent="0">
              <a:buNone/>
            </a:pPr>
            <a:r>
              <a:rPr lang="en-GB" b="1" dirty="0"/>
              <a:t>Why it matters:</a:t>
            </a:r>
            <a:endParaRPr lang="en-GB" dirty="0"/>
          </a:p>
          <a:p>
            <a:pPr lvl="1"/>
            <a:r>
              <a:rPr lang="en-GB" dirty="0"/>
              <a:t>Reduces noise and redundancy</a:t>
            </a:r>
          </a:p>
          <a:p>
            <a:pPr lvl="1"/>
            <a:r>
              <a:rPr lang="en-GB" dirty="0"/>
              <a:t>Speeds up training + inference</a:t>
            </a:r>
          </a:p>
          <a:p>
            <a:pPr lvl="1"/>
            <a:r>
              <a:rPr lang="en-GB" dirty="0"/>
              <a:t>Helps reduce overfitting</a:t>
            </a:r>
          </a:p>
          <a:p>
            <a:pPr lvl="1"/>
            <a:r>
              <a:rPr lang="en-GB" dirty="0"/>
              <a:t>Improves interpretability</a:t>
            </a:r>
          </a:p>
          <a:p>
            <a:pPr marL="0" indent="0">
              <a:buNone/>
            </a:pPr>
            <a:r>
              <a:rPr lang="en-GB" b="1" dirty="0"/>
              <a:t>FS families:</a:t>
            </a:r>
            <a:endParaRPr lang="en-GB" dirty="0"/>
          </a:p>
          <a:p>
            <a:pPr lvl="1"/>
            <a:r>
              <a:rPr lang="en-GB" b="1" dirty="0"/>
              <a:t>Filter:</a:t>
            </a:r>
            <a:r>
              <a:rPr lang="en-GB" dirty="0"/>
              <a:t> fast, model-agnostic (e.g., ANOVA, mutual information)</a:t>
            </a:r>
          </a:p>
          <a:p>
            <a:pPr lvl="1"/>
            <a:r>
              <a:rPr lang="en-GB" b="1" dirty="0"/>
              <a:t>Wrapper:</a:t>
            </a:r>
            <a:r>
              <a:rPr lang="en-GB" dirty="0"/>
              <a:t> searches subsets, often accurate but expensive (e.g., RFE)</a:t>
            </a:r>
          </a:p>
          <a:p>
            <a:pPr lvl="1"/>
            <a:r>
              <a:rPr lang="en-GB" b="1" dirty="0"/>
              <a:t>Embedded:</a:t>
            </a:r>
            <a:r>
              <a:rPr lang="en-GB" dirty="0"/>
              <a:t> selection happens inside learning (e.g., L1 regularisation)</a:t>
            </a:r>
          </a:p>
          <a:p>
            <a:pPr marL="0" indent="0">
              <a:buNone/>
            </a:pPr>
            <a:endParaRPr lang="en-US" dirty="0"/>
          </a:p>
        </p:txBody>
      </p:sp>
      <p:sp>
        <p:nvSpPr>
          <p:cNvPr id="4" name="Slide Number Placeholder 3">
            <a:extLst>
              <a:ext uri="{FF2B5EF4-FFF2-40B4-BE49-F238E27FC236}">
                <a16:creationId xmlns:a16="http://schemas.microsoft.com/office/drawing/2014/main" id="{1987E6AF-5306-F845-DC48-E7E76A1D4436}"/>
              </a:ext>
            </a:extLst>
          </p:cNvPr>
          <p:cNvSpPr>
            <a:spLocks noGrp="1"/>
          </p:cNvSpPr>
          <p:nvPr>
            <p:ph type="sldNum" sz="quarter" idx="15"/>
          </p:nvPr>
        </p:nvSpPr>
        <p:spPr/>
        <p:txBody>
          <a:bodyPr/>
          <a:lstStyle/>
          <a:p>
            <a:fld id="{18D65601-5AE2-46FC-B138-694DDD2B510D}" type="slidenum">
              <a:rPr lang="en-US" smtClean="0"/>
              <a:pPr/>
              <a:t>4</a:t>
            </a:fld>
            <a:endParaRPr lang="en-US" dirty="0"/>
          </a:p>
        </p:txBody>
      </p:sp>
    </p:spTree>
    <p:extLst>
      <p:ext uri="{BB962C8B-B14F-4D97-AF65-F5344CB8AC3E}">
        <p14:creationId xmlns:p14="http://schemas.microsoft.com/office/powerpoint/2010/main" val="230782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5D088-E6C9-DDAF-1315-506F229BF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050A2-2E23-7BB4-8DAA-2AF8A938CCE6}"/>
              </a:ext>
            </a:extLst>
          </p:cNvPr>
          <p:cNvSpPr>
            <a:spLocks noGrp="1"/>
          </p:cNvSpPr>
          <p:nvPr>
            <p:ph type="title"/>
          </p:nvPr>
        </p:nvSpPr>
        <p:spPr>
          <a:xfrm>
            <a:off x="1468815" y="503852"/>
            <a:ext cx="9150675" cy="1427585"/>
          </a:xfrm>
        </p:spPr>
        <p:txBody>
          <a:bodyPr/>
          <a:lstStyle/>
          <a:p>
            <a:r>
              <a:rPr lang="en-GB" b="1" spc="300" dirty="0"/>
              <a:t>Li</a:t>
            </a:r>
            <a:r>
              <a:rPr lang="en-GB" b="1" dirty="0"/>
              <a:t>terature + Gap</a:t>
            </a:r>
            <a:endParaRPr lang="en-ZA" b="1" dirty="0"/>
          </a:p>
        </p:txBody>
      </p:sp>
      <p:sp>
        <p:nvSpPr>
          <p:cNvPr id="3" name="Content Placeholder 2">
            <a:extLst>
              <a:ext uri="{FF2B5EF4-FFF2-40B4-BE49-F238E27FC236}">
                <a16:creationId xmlns:a16="http://schemas.microsoft.com/office/drawing/2014/main" id="{4B02BD39-8BFF-BFB2-9865-B140242CBFB2}"/>
              </a:ext>
            </a:extLst>
          </p:cNvPr>
          <p:cNvSpPr>
            <a:spLocks noGrp="1"/>
          </p:cNvSpPr>
          <p:nvPr>
            <p:ph sz="quarter" idx="12"/>
          </p:nvPr>
        </p:nvSpPr>
        <p:spPr>
          <a:xfrm>
            <a:off x="1468815" y="1824138"/>
            <a:ext cx="9254370" cy="4119463"/>
          </a:xfrm>
        </p:spPr>
        <p:txBody>
          <a:bodyPr>
            <a:normAutofit lnSpcReduction="10000"/>
          </a:bodyPr>
          <a:lstStyle/>
          <a:p>
            <a:pPr marL="0" indent="0">
              <a:buNone/>
            </a:pPr>
            <a:r>
              <a:rPr lang="en-US" sz="2400" b="1" dirty="0"/>
              <a:t>What research has shown:</a:t>
            </a:r>
            <a:endParaRPr lang="en-US" sz="2400" dirty="0"/>
          </a:p>
          <a:p>
            <a:pPr lvl="1"/>
            <a:r>
              <a:rPr lang="en-US" sz="2400" dirty="0"/>
              <a:t>FS can improve generalisation and efficiency, but results depend on dataset properties</a:t>
            </a:r>
          </a:p>
          <a:p>
            <a:pPr lvl="1"/>
            <a:r>
              <a:rPr lang="en-US" sz="2400" dirty="0"/>
              <a:t>No single FS method dominates across all problems (No Free Lunch idea)</a:t>
            </a:r>
          </a:p>
          <a:p>
            <a:pPr lvl="1"/>
            <a:r>
              <a:rPr lang="en-US" sz="2400" dirty="0"/>
              <a:t>Heavy adaptive approaches exist (</a:t>
            </a:r>
            <a:r>
              <a:rPr lang="en-US" sz="2400" dirty="0" err="1"/>
              <a:t>AutoML</a:t>
            </a:r>
            <a:r>
              <a:rPr lang="en-US" sz="2400" dirty="0"/>
              <a:t>/meta-learning/RL), but they’re costly and less transparent</a:t>
            </a:r>
          </a:p>
          <a:p>
            <a:pPr marL="0" indent="0">
              <a:buNone/>
            </a:pPr>
            <a:r>
              <a:rPr lang="en-US" sz="2400" b="1" dirty="0"/>
              <a:t>Gap:</a:t>
            </a:r>
            <a:endParaRPr lang="en-US" sz="2400" dirty="0"/>
          </a:p>
          <a:p>
            <a:pPr lvl="1"/>
            <a:r>
              <a:rPr lang="en-US" sz="2400" dirty="0"/>
              <a:t>Need for a </a:t>
            </a:r>
            <a:r>
              <a:rPr lang="en-US" sz="2400" b="1" dirty="0"/>
              <a:t>lightweight + explainable + practical</a:t>
            </a:r>
            <a:r>
              <a:rPr lang="en-US" sz="2400" dirty="0"/>
              <a:t> adaptive FS approach</a:t>
            </a:r>
          </a:p>
        </p:txBody>
      </p:sp>
      <p:sp>
        <p:nvSpPr>
          <p:cNvPr id="4" name="Slide Number Placeholder 3">
            <a:extLst>
              <a:ext uri="{FF2B5EF4-FFF2-40B4-BE49-F238E27FC236}">
                <a16:creationId xmlns:a16="http://schemas.microsoft.com/office/drawing/2014/main" id="{3915AB28-A251-81E6-8B34-17443E9CA02A}"/>
              </a:ext>
            </a:extLst>
          </p:cNvPr>
          <p:cNvSpPr>
            <a:spLocks noGrp="1"/>
          </p:cNvSpPr>
          <p:nvPr>
            <p:ph type="sldNum" sz="quarter" idx="15"/>
          </p:nvPr>
        </p:nvSpPr>
        <p:spPr/>
        <p:txBody>
          <a:bodyPr/>
          <a:lstStyle/>
          <a:p>
            <a:fld id="{18D65601-5AE2-46FC-B138-694DDD2B510D}" type="slidenum">
              <a:rPr lang="en-US" smtClean="0"/>
              <a:pPr/>
              <a:t>5</a:t>
            </a:fld>
            <a:endParaRPr lang="en-US" dirty="0"/>
          </a:p>
        </p:txBody>
      </p:sp>
    </p:spTree>
    <p:extLst>
      <p:ext uri="{BB962C8B-B14F-4D97-AF65-F5344CB8AC3E}">
        <p14:creationId xmlns:p14="http://schemas.microsoft.com/office/powerpoint/2010/main" val="1516550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CA57-BB9C-8F14-AFCC-16EBBF2D0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D93ED-02CC-19F5-1E2D-A2F1027EA953}"/>
              </a:ext>
            </a:extLst>
          </p:cNvPr>
          <p:cNvSpPr>
            <a:spLocks noGrp="1"/>
          </p:cNvSpPr>
          <p:nvPr>
            <p:ph type="title"/>
          </p:nvPr>
        </p:nvSpPr>
        <p:spPr>
          <a:xfrm>
            <a:off x="1468815" y="503852"/>
            <a:ext cx="9150675" cy="1427585"/>
          </a:xfrm>
        </p:spPr>
        <p:txBody>
          <a:bodyPr/>
          <a:lstStyle/>
          <a:p>
            <a:r>
              <a:rPr lang="en-GB" b="1" dirty="0"/>
              <a:t>Contribution (What I am building)</a:t>
            </a:r>
            <a:endParaRPr lang="en-ZA" b="1" dirty="0"/>
          </a:p>
        </p:txBody>
      </p:sp>
      <p:sp>
        <p:nvSpPr>
          <p:cNvPr id="3" name="Content Placeholder 2">
            <a:extLst>
              <a:ext uri="{FF2B5EF4-FFF2-40B4-BE49-F238E27FC236}">
                <a16:creationId xmlns:a16="http://schemas.microsoft.com/office/drawing/2014/main" id="{B769D8B7-9B77-E11E-C2A2-B903733863BA}"/>
              </a:ext>
            </a:extLst>
          </p:cNvPr>
          <p:cNvSpPr>
            <a:spLocks noGrp="1"/>
          </p:cNvSpPr>
          <p:nvPr>
            <p:ph sz="quarter" idx="12"/>
          </p:nvPr>
        </p:nvSpPr>
        <p:spPr>
          <a:xfrm>
            <a:off x="1468815" y="1824138"/>
            <a:ext cx="9254370" cy="4119463"/>
          </a:xfrm>
        </p:spPr>
        <p:txBody>
          <a:bodyPr>
            <a:normAutofit/>
          </a:bodyPr>
          <a:lstStyle/>
          <a:p>
            <a:pPr marL="0" indent="0">
              <a:buNone/>
            </a:pPr>
            <a:r>
              <a:rPr lang="en-GB" sz="2400" dirty="0"/>
              <a:t>A </a:t>
            </a:r>
            <a:r>
              <a:rPr lang="en-GB" sz="2400" b="1" dirty="0"/>
              <a:t>Heuristic Decision Engine</a:t>
            </a:r>
            <a:r>
              <a:rPr lang="en-GB" sz="2400" dirty="0"/>
              <a:t> that:</a:t>
            </a:r>
          </a:p>
          <a:p>
            <a:pPr lvl="1"/>
            <a:r>
              <a:rPr lang="en-GB" sz="2400" dirty="0"/>
              <a:t>Profiles dataset meta-features: </a:t>
            </a:r>
            <a:r>
              <a:rPr lang="en-GB" sz="2400" b="1" dirty="0"/>
              <a:t>p/n, correlation, sparsity, imbalance, variance.</a:t>
            </a:r>
            <a:endParaRPr lang="en-GB" sz="2400" dirty="0"/>
          </a:p>
          <a:p>
            <a:pPr lvl="1"/>
            <a:r>
              <a:rPr lang="en-GB" sz="2400" dirty="0"/>
              <a:t>Select an FS family: </a:t>
            </a:r>
            <a:r>
              <a:rPr lang="en-GB" sz="2400" b="1" dirty="0"/>
              <a:t>filter/wrapper / embedded.</a:t>
            </a:r>
            <a:endParaRPr lang="en-GB" sz="2400" dirty="0"/>
          </a:p>
          <a:p>
            <a:pPr lvl="1"/>
            <a:r>
              <a:rPr lang="en-US" sz="2400" dirty="0"/>
              <a:t>Chooses a sensible feature count </a:t>
            </a:r>
            <a:r>
              <a:rPr lang="en-US" sz="2400" b="1" dirty="0"/>
              <a:t>k</a:t>
            </a:r>
            <a:r>
              <a:rPr lang="en-US" sz="2400" dirty="0"/>
              <a:t> (bounded by dataset size/dimensionality</a:t>
            </a:r>
            <a:endParaRPr lang="en-GB" sz="2400" dirty="0"/>
          </a:p>
          <a:p>
            <a:pPr lvl="1"/>
            <a:r>
              <a:rPr lang="en-GB" sz="2400" dirty="0"/>
              <a:t>Evaluates impact using consistent models + metrics.</a:t>
            </a:r>
          </a:p>
        </p:txBody>
      </p:sp>
      <p:sp>
        <p:nvSpPr>
          <p:cNvPr id="4" name="Slide Number Placeholder 3">
            <a:extLst>
              <a:ext uri="{FF2B5EF4-FFF2-40B4-BE49-F238E27FC236}">
                <a16:creationId xmlns:a16="http://schemas.microsoft.com/office/drawing/2014/main" id="{EB522196-A9EE-21B9-3DBF-230D5F3F27B3}"/>
              </a:ext>
            </a:extLst>
          </p:cNvPr>
          <p:cNvSpPr>
            <a:spLocks noGrp="1"/>
          </p:cNvSpPr>
          <p:nvPr>
            <p:ph type="sldNum" sz="quarter" idx="15"/>
          </p:nvPr>
        </p:nvSpPr>
        <p:spPr/>
        <p:txBody>
          <a:bodyPr/>
          <a:lstStyle/>
          <a:p>
            <a:fld id="{18D65601-5AE2-46FC-B138-694DDD2B510D}" type="slidenum">
              <a:rPr lang="en-US" smtClean="0"/>
              <a:pPr/>
              <a:t>6</a:t>
            </a:fld>
            <a:endParaRPr lang="en-US" dirty="0"/>
          </a:p>
        </p:txBody>
      </p:sp>
    </p:spTree>
    <p:extLst>
      <p:ext uri="{BB962C8B-B14F-4D97-AF65-F5344CB8AC3E}">
        <p14:creationId xmlns:p14="http://schemas.microsoft.com/office/powerpoint/2010/main" val="1158149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diagram&#10;&#10;AI-generated content may be incorrect.">
            <a:extLst>
              <a:ext uri="{FF2B5EF4-FFF2-40B4-BE49-F238E27FC236}">
                <a16:creationId xmlns:a16="http://schemas.microsoft.com/office/drawing/2014/main" id="{75904A0C-0F74-5C06-EBA0-0901C3EC855C}"/>
              </a:ext>
            </a:extLst>
          </p:cNvPr>
          <p:cNvPicPr>
            <a:picLocks noGrp="1" noChangeAspect="1"/>
          </p:cNvPicPr>
          <p:nvPr>
            <p:ph sz="quarter" idx="11"/>
          </p:nvPr>
        </p:nvPicPr>
        <p:blipFill>
          <a:blip r:embed="rId3"/>
          <a:stretch>
            <a:fillRect/>
          </a:stretch>
        </p:blipFill>
        <p:spPr>
          <a:xfrm>
            <a:off x="5818909" y="1794449"/>
            <a:ext cx="6318662" cy="3605613"/>
          </a:xfrm>
        </p:spPr>
      </p:pic>
      <p:sp>
        <p:nvSpPr>
          <p:cNvPr id="3" name="Title 2">
            <a:extLst>
              <a:ext uri="{FF2B5EF4-FFF2-40B4-BE49-F238E27FC236}">
                <a16:creationId xmlns:a16="http://schemas.microsoft.com/office/drawing/2014/main" id="{986F71E8-8D71-9405-3A01-01C3B8F86877}"/>
              </a:ext>
            </a:extLst>
          </p:cNvPr>
          <p:cNvSpPr>
            <a:spLocks noGrp="1"/>
          </p:cNvSpPr>
          <p:nvPr>
            <p:ph type="title"/>
          </p:nvPr>
        </p:nvSpPr>
        <p:spPr>
          <a:xfrm>
            <a:off x="1191613" y="412701"/>
            <a:ext cx="9808773" cy="821615"/>
          </a:xfrm>
        </p:spPr>
        <p:txBody>
          <a:bodyPr/>
          <a:lstStyle/>
          <a:p>
            <a:r>
              <a:rPr lang="en-US" b="1" spc="300" dirty="0"/>
              <a:t>Fr</a:t>
            </a:r>
            <a:r>
              <a:rPr lang="en-US" b="1" dirty="0"/>
              <a:t>a</a:t>
            </a:r>
            <a:r>
              <a:rPr lang="en-US" b="1" spc="300" dirty="0"/>
              <a:t>m</a:t>
            </a:r>
            <a:r>
              <a:rPr lang="en-US" b="1" dirty="0"/>
              <a:t>ework </a:t>
            </a:r>
            <a:r>
              <a:rPr lang="en-US" b="1" spc="300" dirty="0"/>
              <a:t>Ar</a:t>
            </a:r>
            <a:r>
              <a:rPr lang="en-US" b="1" dirty="0"/>
              <a:t>chitecture</a:t>
            </a:r>
            <a:endParaRPr lang="en-ZA" b="1" dirty="0"/>
          </a:p>
        </p:txBody>
      </p:sp>
      <p:sp>
        <p:nvSpPr>
          <p:cNvPr id="5" name="Slide Number Placeholder 4">
            <a:extLst>
              <a:ext uri="{FF2B5EF4-FFF2-40B4-BE49-F238E27FC236}">
                <a16:creationId xmlns:a16="http://schemas.microsoft.com/office/drawing/2014/main" id="{A34518A5-1C9D-79F3-349C-3E7AAFD98951}"/>
              </a:ext>
            </a:extLst>
          </p:cNvPr>
          <p:cNvSpPr>
            <a:spLocks noGrp="1"/>
          </p:cNvSpPr>
          <p:nvPr>
            <p:ph type="sldNum" sz="quarter" idx="15"/>
          </p:nvPr>
        </p:nvSpPr>
        <p:spPr/>
        <p:txBody>
          <a:bodyPr/>
          <a:lstStyle/>
          <a:p>
            <a:fld id="{18D65601-5AE2-46FC-B138-694DDD2B510D}" type="slidenum">
              <a:rPr lang="en-US" smtClean="0"/>
              <a:pPr/>
              <a:t>7</a:t>
            </a:fld>
            <a:endParaRPr lang="en-US" dirty="0"/>
          </a:p>
        </p:txBody>
      </p:sp>
      <p:sp>
        <p:nvSpPr>
          <p:cNvPr id="15" name="Rectangle 2">
            <a:extLst>
              <a:ext uri="{FF2B5EF4-FFF2-40B4-BE49-F238E27FC236}">
                <a16:creationId xmlns:a16="http://schemas.microsoft.com/office/drawing/2014/main" id="{7EF64E07-83B5-159F-6550-0DEDDD331C65}"/>
              </a:ext>
            </a:extLst>
          </p:cNvPr>
          <p:cNvSpPr>
            <a:spLocks noChangeArrowheads="1"/>
          </p:cNvSpPr>
          <p:nvPr/>
        </p:nvSpPr>
        <p:spPr bwMode="auto">
          <a:xfrm>
            <a:off x="1191613" y="1286885"/>
            <a:ext cx="4364142" cy="46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sz="2200" b="1" dirty="0"/>
              <a:t>Workflow:</a:t>
            </a:r>
            <a:endParaRPr kumimoji="0" lang="en-US" altLang="en-US" sz="2200"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Dataset input</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Preprocessing pipeline</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Dataset profiling </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Decision rules (heuristics)</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Apply selected FS method</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Train models + evaluate</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Results: metrics + stability + stats + interpretability</a:t>
            </a:r>
          </a:p>
        </p:txBody>
      </p:sp>
    </p:spTree>
    <p:extLst>
      <p:ext uri="{BB962C8B-B14F-4D97-AF65-F5344CB8AC3E}">
        <p14:creationId xmlns:p14="http://schemas.microsoft.com/office/powerpoint/2010/main" val="554382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5354-374E-4710-792F-592E588BAAE2}"/>
              </a:ext>
            </a:extLst>
          </p:cNvPr>
          <p:cNvSpPr>
            <a:spLocks noGrp="1"/>
          </p:cNvSpPr>
          <p:nvPr>
            <p:ph type="title"/>
          </p:nvPr>
        </p:nvSpPr>
        <p:spPr>
          <a:xfrm>
            <a:off x="1468814" y="503852"/>
            <a:ext cx="9808773" cy="1427585"/>
          </a:xfrm>
        </p:spPr>
        <p:txBody>
          <a:bodyPr vert="horz" lIns="0" tIns="45720" rIns="91440" bIns="45720" rtlCol="0" anchor="ctr">
            <a:normAutofit/>
          </a:bodyPr>
          <a:lstStyle/>
          <a:p>
            <a:r>
              <a:rPr lang="en-US" b="1" kern="1200" spc="300" dirty="0">
                <a:latin typeface="+mj-lt"/>
                <a:ea typeface="+mj-ea"/>
                <a:cs typeface="+mj-cs"/>
              </a:rPr>
              <a:t>D</a:t>
            </a:r>
            <a:r>
              <a:rPr lang="en-US" b="1" kern="1200" dirty="0">
                <a:latin typeface="+mj-lt"/>
                <a:ea typeface="+mj-ea"/>
                <a:cs typeface="+mj-cs"/>
              </a:rPr>
              <a:t>atasets Overview</a:t>
            </a:r>
          </a:p>
        </p:txBody>
      </p:sp>
      <p:sp>
        <p:nvSpPr>
          <p:cNvPr id="10" name="Rectangle 1">
            <a:extLst>
              <a:ext uri="{FF2B5EF4-FFF2-40B4-BE49-F238E27FC236}">
                <a16:creationId xmlns:a16="http://schemas.microsoft.com/office/drawing/2014/main" id="{6EEC36F5-597D-6FB5-8AF6-72C20749C0E6}"/>
              </a:ext>
            </a:extLst>
          </p:cNvPr>
          <p:cNvSpPr>
            <a:spLocks noChangeArrowheads="1"/>
          </p:cNvSpPr>
          <p:nvPr/>
        </p:nvSpPr>
        <p:spPr bwMode="auto">
          <a:xfrm>
            <a:off x="1218443" y="1800808"/>
            <a:ext cx="3691013" cy="38675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91440" bIns="45720" numCol="1" rtlCol="0" anchorCtr="0" compatLnSpc="1">
            <a:prstTxWarp prst="textNoShape">
              <a:avLst/>
            </a:prstTxWarp>
            <a:normAutofit/>
          </a:bodyPr>
          <a:lstStyle/>
          <a:p>
            <a:pPr marR="0" lvl="0" fontAlgn="base">
              <a:spcBef>
                <a:spcPts val="1000"/>
              </a:spcBef>
              <a:spcAft>
                <a:spcPts val="600"/>
              </a:spcAft>
              <a:buClrTx/>
              <a:buSzTx/>
              <a:buFont typeface="Arial" panose="020B0604020202020204" pitchFamily="34" charset="0"/>
              <a:tabLst/>
            </a:pPr>
            <a:r>
              <a:rPr lang="en-US" altLang="en-US" sz="1900" b="1" dirty="0"/>
              <a:t>The Datasets:</a:t>
            </a:r>
            <a:endParaRPr kumimoji="0" lang="en-US" altLang="en-US" sz="1900" b="1" i="0" u="none" strike="noStrike" cap="none" normalizeH="0" baseline="0" dirty="0">
              <a:ln>
                <a:noFill/>
              </a:ln>
              <a:effectLst/>
            </a:endParaRPr>
          </a:p>
          <a:p>
            <a:pPr marL="0" lvl="1" fontAlgn="base">
              <a:spcBef>
                <a:spcPts val="1000"/>
              </a:spcBef>
              <a:spcAft>
                <a:spcPts val="600"/>
              </a:spcAft>
              <a:buFont typeface="Arial" panose="020B0604020202020204" pitchFamily="34" charset="0"/>
            </a:pPr>
            <a:r>
              <a:rPr kumimoji="0" lang="en-US" altLang="en-US" sz="1900" b="0" i="0" u="none" strike="noStrike" cap="none" normalizeH="0" baseline="0" dirty="0">
                <a:ln>
                  <a:noFill/>
                </a:ln>
                <a:effectLst/>
              </a:rPr>
              <a:t>Bank Marketing — finance, mixed categorical/numeric, imbalance</a:t>
            </a:r>
          </a:p>
          <a:p>
            <a:pPr marL="0" lvl="1" fontAlgn="base">
              <a:spcBef>
                <a:spcPts val="1000"/>
              </a:spcBef>
              <a:spcAft>
                <a:spcPts val="600"/>
              </a:spcAft>
              <a:buFont typeface="Arial" panose="020B0604020202020204" pitchFamily="34" charset="0"/>
            </a:pPr>
            <a:r>
              <a:rPr lang="en-US" altLang="en-US" sz="1900" dirty="0"/>
              <a:t>Breast Cancer Wisconsin (Diagnostic) — healthcare, low-dimensional numeric</a:t>
            </a:r>
            <a:endParaRPr kumimoji="0" lang="en-US" altLang="en-US" sz="1900" b="0" i="0" u="none" strike="noStrike" cap="none" normalizeH="0" baseline="0" dirty="0">
              <a:ln>
                <a:noFill/>
              </a:ln>
              <a:effectLst/>
            </a:endParaRPr>
          </a:p>
          <a:p>
            <a:pPr marL="0" lvl="1" fontAlgn="base">
              <a:spcBef>
                <a:spcPts val="1000"/>
              </a:spcBef>
              <a:spcAft>
                <a:spcPts val="600"/>
              </a:spcAft>
              <a:buFont typeface="Arial" panose="020B0604020202020204" pitchFamily="34" charset="0"/>
            </a:pPr>
            <a:r>
              <a:rPr kumimoji="0" lang="en-US" altLang="en-US" sz="1900" b="0" i="0" u="none" strike="noStrike" cap="none" normalizeH="0" baseline="0" dirty="0">
                <a:ln>
                  <a:noFill/>
                </a:ln>
                <a:effectLst/>
              </a:rPr>
              <a:t>CIFAR-10 (tabular subset of pixels) — vision, high-dimensional (3,072 features</a:t>
            </a:r>
          </a:p>
        </p:txBody>
      </p:sp>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a:xfrm>
            <a:off x="412136" y="5943601"/>
            <a:ext cx="968983" cy="651912"/>
          </a:xfrm>
        </p:spPr>
        <p:txBody>
          <a:bodyPr vert="horz" lIns="91440" tIns="45720" rIns="91440" bIns="45720" rtlCol="0" anchor="ctr">
            <a:normAutofit/>
          </a:bodyPr>
          <a:lstStyle/>
          <a:p>
            <a:pPr>
              <a:spcAft>
                <a:spcPts val="600"/>
              </a:spcAft>
            </a:pPr>
            <a:fld id="{18D65601-5AE2-46FC-B138-694DDD2B510D}" type="slidenum">
              <a:rPr lang="en-US" smtClean="0"/>
              <a:pPr>
                <a:spcAft>
                  <a:spcPts val="600"/>
                </a:spcAft>
              </a:pPr>
              <a:t>8</a:t>
            </a:fld>
            <a:endParaRPr lang="en-US"/>
          </a:p>
        </p:txBody>
      </p:sp>
      <p:graphicFrame>
        <p:nvGraphicFramePr>
          <p:cNvPr id="13" name="Content Placeholder 12">
            <a:extLst>
              <a:ext uri="{FF2B5EF4-FFF2-40B4-BE49-F238E27FC236}">
                <a16:creationId xmlns:a16="http://schemas.microsoft.com/office/drawing/2014/main" id="{82121B81-3A46-1C91-BB05-7C6456DAEF6C}"/>
              </a:ext>
            </a:extLst>
          </p:cNvPr>
          <p:cNvGraphicFramePr>
            <a:graphicFrameLocks noGrp="1"/>
          </p:cNvGraphicFramePr>
          <p:nvPr>
            <p:ph sz="quarter" idx="10"/>
            <p:extLst>
              <p:ext uri="{D42A27DB-BD31-4B8C-83A1-F6EECF244321}">
                <p14:modId xmlns:p14="http://schemas.microsoft.com/office/powerpoint/2010/main" val="696459561"/>
              </p:ext>
            </p:extLst>
          </p:nvPr>
        </p:nvGraphicFramePr>
        <p:xfrm>
          <a:off x="4909456" y="1931437"/>
          <a:ext cx="6749143" cy="3446107"/>
        </p:xfrm>
        <a:graphic>
          <a:graphicData uri="http://schemas.openxmlformats.org/drawingml/2006/table">
            <a:tbl>
              <a:tblPr firstRow="1" firstCol="1" bandRow="1">
                <a:tableStyleId>{0E3FDE45-AF77-4B5C-9715-49D594BDF05E}</a:tableStyleId>
              </a:tblPr>
              <a:tblGrid>
                <a:gridCol w="1786017">
                  <a:extLst>
                    <a:ext uri="{9D8B030D-6E8A-4147-A177-3AD203B41FA5}">
                      <a16:colId xmlns:a16="http://schemas.microsoft.com/office/drawing/2014/main" val="4045178512"/>
                    </a:ext>
                  </a:extLst>
                </a:gridCol>
                <a:gridCol w="961740">
                  <a:extLst>
                    <a:ext uri="{9D8B030D-6E8A-4147-A177-3AD203B41FA5}">
                      <a16:colId xmlns:a16="http://schemas.microsoft.com/office/drawing/2014/main" val="4048932783"/>
                    </a:ext>
                  </a:extLst>
                </a:gridCol>
                <a:gridCol w="816959">
                  <a:extLst>
                    <a:ext uri="{9D8B030D-6E8A-4147-A177-3AD203B41FA5}">
                      <a16:colId xmlns:a16="http://schemas.microsoft.com/office/drawing/2014/main" val="2756561429"/>
                    </a:ext>
                  </a:extLst>
                </a:gridCol>
                <a:gridCol w="824681">
                  <a:extLst>
                    <a:ext uri="{9D8B030D-6E8A-4147-A177-3AD203B41FA5}">
                      <a16:colId xmlns:a16="http://schemas.microsoft.com/office/drawing/2014/main" val="2284668697"/>
                    </a:ext>
                  </a:extLst>
                </a:gridCol>
                <a:gridCol w="766769">
                  <a:extLst>
                    <a:ext uri="{9D8B030D-6E8A-4147-A177-3AD203B41FA5}">
                      <a16:colId xmlns:a16="http://schemas.microsoft.com/office/drawing/2014/main" val="3352216341"/>
                    </a:ext>
                  </a:extLst>
                </a:gridCol>
                <a:gridCol w="1592977">
                  <a:extLst>
                    <a:ext uri="{9D8B030D-6E8A-4147-A177-3AD203B41FA5}">
                      <a16:colId xmlns:a16="http://schemas.microsoft.com/office/drawing/2014/main" val="2287669981"/>
                    </a:ext>
                  </a:extLst>
                </a:gridCol>
              </a:tblGrid>
              <a:tr h="500440">
                <a:tc>
                  <a:txBody>
                    <a:bodyPr/>
                    <a:lstStyle/>
                    <a:p>
                      <a:pPr marL="0" marR="0" algn="l">
                        <a:lnSpc>
                          <a:spcPct val="150000"/>
                        </a:lnSpc>
                        <a:spcAft>
                          <a:spcPts val="400"/>
                        </a:spcAft>
                        <a:buNone/>
                      </a:pPr>
                      <a:r>
                        <a:rPr lang="en-GB" sz="1400">
                          <a:effectLst/>
                        </a:rPr>
                        <a:t>Dataset</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Domain</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Samples</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Features</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Classes</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Citation</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extLst>
                  <a:ext uri="{0D108BD9-81ED-4DB2-BD59-A6C34878D82A}">
                    <a16:rowId xmlns:a16="http://schemas.microsoft.com/office/drawing/2014/main" val="690451698"/>
                  </a:ext>
                </a:extLst>
              </a:tr>
              <a:tr h="981889">
                <a:tc>
                  <a:txBody>
                    <a:bodyPr/>
                    <a:lstStyle/>
                    <a:p>
                      <a:pPr marL="0" marR="0" algn="l">
                        <a:lnSpc>
                          <a:spcPct val="150000"/>
                        </a:lnSpc>
                        <a:spcAft>
                          <a:spcPts val="400"/>
                        </a:spcAft>
                        <a:buNone/>
                      </a:pPr>
                      <a:r>
                        <a:rPr lang="en-GB" sz="1400" dirty="0">
                          <a:effectLst/>
                        </a:rPr>
                        <a:t>Bank Marketing</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a:effectLst/>
                        </a:rPr>
                        <a:t>Finance</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a:effectLst/>
                        </a:rPr>
                        <a:t>45,211</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16</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2</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Moro, Cortez and Rita (2014)</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extLst>
                  <a:ext uri="{0D108BD9-81ED-4DB2-BD59-A6C34878D82A}">
                    <a16:rowId xmlns:a16="http://schemas.microsoft.com/office/drawing/2014/main" val="2923246043"/>
                  </a:ext>
                </a:extLst>
              </a:tr>
              <a:tr h="981889">
                <a:tc>
                  <a:txBody>
                    <a:bodyPr/>
                    <a:lstStyle/>
                    <a:p>
                      <a:pPr marL="0" marR="0" algn="l">
                        <a:lnSpc>
                          <a:spcPct val="150000"/>
                        </a:lnSpc>
                        <a:spcAft>
                          <a:spcPts val="400"/>
                        </a:spcAft>
                        <a:buNone/>
                      </a:pPr>
                      <a:r>
                        <a:rPr lang="en-GB" sz="1400" dirty="0">
                          <a:effectLst/>
                        </a:rPr>
                        <a:t>Breast Cancer Wisconsin (Diagnostic)</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Healthcare</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a:effectLst/>
                        </a:rPr>
                        <a:t>569</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a:effectLst/>
                        </a:rPr>
                        <a:t>30</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2</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Street, Wolberg and Mangasarian (1993)</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extLst>
                  <a:ext uri="{0D108BD9-81ED-4DB2-BD59-A6C34878D82A}">
                    <a16:rowId xmlns:a16="http://schemas.microsoft.com/office/drawing/2014/main" val="424221479"/>
                  </a:ext>
                </a:extLst>
              </a:tr>
              <a:tr h="981889">
                <a:tc>
                  <a:txBody>
                    <a:bodyPr/>
                    <a:lstStyle/>
                    <a:p>
                      <a:pPr marL="0" marR="0" algn="l">
                        <a:lnSpc>
                          <a:spcPct val="150000"/>
                        </a:lnSpc>
                        <a:spcAft>
                          <a:spcPts val="400"/>
                        </a:spcAft>
                        <a:buNone/>
                      </a:pPr>
                      <a:r>
                        <a:rPr lang="en-GB" sz="1400" dirty="0">
                          <a:effectLst/>
                        </a:rPr>
                        <a:t>CIFAR-10</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a:effectLst/>
                        </a:rPr>
                        <a:t>Computer Vision</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60,000</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3,072*</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a:effectLst/>
                        </a:rPr>
                        <a:t>10</a:t>
                      </a:r>
                      <a:endParaRPr lang="en-GB" sz="140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tc>
                  <a:txBody>
                    <a:bodyPr/>
                    <a:lstStyle/>
                    <a:p>
                      <a:pPr marL="0" marR="0" algn="l">
                        <a:lnSpc>
                          <a:spcPct val="150000"/>
                        </a:lnSpc>
                        <a:spcAft>
                          <a:spcPts val="400"/>
                        </a:spcAft>
                        <a:buNone/>
                      </a:pPr>
                      <a:r>
                        <a:rPr lang="en-GB" sz="1400" dirty="0" err="1">
                          <a:effectLst/>
                        </a:rPr>
                        <a:t>Krizhevsky</a:t>
                      </a:r>
                      <a:r>
                        <a:rPr lang="en-GB" sz="1400" dirty="0">
                          <a:effectLst/>
                        </a:rPr>
                        <a:t> (2009)</a:t>
                      </a:r>
                      <a:endParaRPr lang="en-GB" sz="1400" dirty="0">
                        <a:effectLst/>
                        <a:latin typeface="Times New Roman" panose="02020603050405020304" pitchFamily="18" charset="0"/>
                        <a:ea typeface="Aptos" panose="020B0004020202020204" pitchFamily="34" charset="0"/>
                        <a:cs typeface="Arial" panose="020B0604020202020204" pitchFamily="34" charset="0"/>
                      </a:endParaRPr>
                    </a:p>
                  </a:txBody>
                  <a:tcPr marL="46149" marR="46149" marT="0" marB="0"/>
                </a:tc>
                <a:extLst>
                  <a:ext uri="{0D108BD9-81ED-4DB2-BD59-A6C34878D82A}">
                    <a16:rowId xmlns:a16="http://schemas.microsoft.com/office/drawing/2014/main" val="3422515846"/>
                  </a:ext>
                </a:extLst>
              </a:tr>
            </a:tbl>
          </a:graphicData>
        </a:graphic>
      </p:graphicFrame>
    </p:spTree>
    <p:extLst>
      <p:ext uri="{BB962C8B-B14F-4D97-AF65-F5344CB8AC3E}">
        <p14:creationId xmlns:p14="http://schemas.microsoft.com/office/powerpoint/2010/main" val="230201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F49A1-3A07-724E-B2E8-C4FBE0CFB8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219DA-16C3-B8FB-6E2B-BFB390F8B0EE}"/>
              </a:ext>
            </a:extLst>
          </p:cNvPr>
          <p:cNvSpPr>
            <a:spLocks noGrp="1"/>
          </p:cNvSpPr>
          <p:nvPr>
            <p:ph type="title"/>
          </p:nvPr>
        </p:nvSpPr>
        <p:spPr>
          <a:xfrm>
            <a:off x="1468814" y="101080"/>
            <a:ext cx="9808773" cy="1427585"/>
          </a:xfrm>
        </p:spPr>
        <p:txBody>
          <a:bodyPr/>
          <a:lstStyle/>
          <a:p>
            <a:r>
              <a:rPr lang="en-GB" b="1" dirty="0"/>
              <a:t>Preprocessing Pipeline</a:t>
            </a:r>
            <a:endParaRPr lang="en-ZA" b="1" dirty="0"/>
          </a:p>
        </p:txBody>
      </p:sp>
      <p:sp>
        <p:nvSpPr>
          <p:cNvPr id="5" name="Slide Number Placeholder 4">
            <a:extLst>
              <a:ext uri="{FF2B5EF4-FFF2-40B4-BE49-F238E27FC236}">
                <a16:creationId xmlns:a16="http://schemas.microsoft.com/office/drawing/2014/main" id="{54067189-9C66-FEC3-319E-44D64F77E8BE}"/>
              </a:ext>
            </a:extLst>
          </p:cNvPr>
          <p:cNvSpPr>
            <a:spLocks noGrp="1"/>
          </p:cNvSpPr>
          <p:nvPr>
            <p:ph type="sldNum" sz="quarter" idx="15"/>
          </p:nvPr>
        </p:nvSpPr>
        <p:spPr/>
        <p:txBody>
          <a:bodyPr/>
          <a:lstStyle/>
          <a:p>
            <a:fld id="{18D65601-5AE2-46FC-B138-694DDD2B510D}" type="slidenum">
              <a:rPr lang="en-US" smtClean="0"/>
              <a:pPr/>
              <a:t>9</a:t>
            </a:fld>
            <a:endParaRPr lang="en-US" dirty="0"/>
          </a:p>
        </p:txBody>
      </p:sp>
      <p:sp>
        <p:nvSpPr>
          <p:cNvPr id="12" name="Rectangle 5">
            <a:extLst>
              <a:ext uri="{FF2B5EF4-FFF2-40B4-BE49-F238E27FC236}">
                <a16:creationId xmlns:a16="http://schemas.microsoft.com/office/drawing/2014/main" id="{9D8C8CA1-6B8E-8037-AA23-A81A7482E8B5}"/>
              </a:ext>
            </a:extLst>
          </p:cNvPr>
          <p:cNvSpPr>
            <a:spLocks noChangeArrowheads="1"/>
          </p:cNvSpPr>
          <p:nvPr/>
        </p:nvSpPr>
        <p:spPr bwMode="auto">
          <a:xfrm>
            <a:off x="1468814" y="1362121"/>
            <a:ext cx="7958215" cy="3588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rPr>
              <a:t>Unified pipeline:</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Missing value handling </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One-hot encoding for categorical features (Bank)</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Scaling/</a:t>
            </a:r>
            <a:r>
              <a:rPr kumimoji="0" lang="en-US" altLang="en-US" sz="2200" b="0" i="0" u="none" strike="noStrike" cap="none" normalizeH="0" baseline="0" dirty="0" err="1">
                <a:ln>
                  <a:noFill/>
                </a:ln>
                <a:solidFill>
                  <a:schemeClr val="tx1"/>
                </a:solidFill>
                <a:effectLst/>
              </a:rPr>
              <a:t>normalisation</a:t>
            </a:r>
            <a:r>
              <a:rPr kumimoji="0" lang="en-US" altLang="en-US" sz="2200" b="0" i="0" u="none" strike="noStrike" cap="none" normalizeH="0" baseline="0" dirty="0">
                <a:ln>
                  <a:noFill/>
                </a:ln>
                <a:solidFill>
                  <a:schemeClr val="tx1"/>
                </a:solidFill>
                <a:effectLst/>
              </a:rPr>
              <a:t> for LR/LDA </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Stratified split or CV (to preserve class ratios)</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Imbalance handling: </a:t>
            </a:r>
            <a:r>
              <a:rPr kumimoji="0" lang="en-US" altLang="en-US" sz="2200" b="1" i="0" u="none" strike="noStrike" cap="none" normalizeH="0" baseline="0" dirty="0">
                <a:ln>
                  <a:noFill/>
                </a:ln>
                <a:solidFill>
                  <a:schemeClr val="tx1"/>
                </a:solidFill>
                <a:effectLst/>
              </a:rPr>
              <a:t>SMOTE for Bank only</a:t>
            </a:r>
            <a:endParaRPr kumimoji="0" lang="en-US" altLang="en-US" sz="2200" b="0"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Fixed random seeds for reproducibility</a:t>
            </a:r>
          </a:p>
        </p:txBody>
      </p:sp>
    </p:spTree>
    <p:extLst>
      <p:ext uri="{BB962C8B-B14F-4D97-AF65-F5344CB8AC3E}">
        <p14:creationId xmlns:p14="http://schemas.microsoft.com/office/powerpoint/2010/main" val="2818492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ACBD5-2F69-73E4-F3F0-FF61D14B09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C849A3-AF90-1E10-F5AE-BC160114042A}"/>
              </a:ext>
            </a:extLst>
          </p:cNvPr>
          <p:cNvSpPr>
            <a:spLocks noGrp="1"/>
          </p:cNvSpPr>
          <p:nvPr>
            <p:ph type="title"/>
          </p:nvPr>
        </p:nvSpPr>
        <p:spPr>
          <a:xfrm>
            <a:off x="1468814" y="101080"/>
            <a:ext cx="9808773" cy="1427585"/>
          </a:xfrm>
        </p:spPr>
        <p:txBody>
          <a:bodyPr/>
          <a:lstStyle/>
          <a:p>
            <a:r>
              <a:rPr lang="en-US" b="1" spc="300" dirty="0"/>
              <a:t>M</a:t>
            </a:r>
            <a:r>
              <a:rPr lang="en-US" b="1" dirty="0"/>
              <a:t>eta-</a:t>
            </a:r>
            <a:r>
              <a:rPr lang="en-US" b="1" spc="300" dirty="0"/>
              <a:t>F</a:t>
            </a:r>
            <a:r>
              <a:rPr lang="en-US" b="1" dirty="0"/>
              <a:t>eatures (Dataset Profiling) </a:t>
            </a:r>
            <a:endParaRPr lang="en-ZA" b="1" dirty="0"/>
          </a:p>
        </p:txBody>
      </p:sp>
      <p:sp>
        <p:nvSpPr>
          <p:cNvPr id="5" name="Slide Number Placeholder 4">
            <a:extLst>
              <a:ext uri="{FF2B5EF4-FFF2-40B4-BE49-F238E27FC236}">
                <a16:creationId xmlns:a16="http://schemas.microsoft.com/office/drawing/2014/main" id="{9997E283-F56D-C543-17EA-B8CE088CBA04}"/>
              </a:ext>
            </a:extLst>
          </p:cNvPr>
          <p:cNvSpPr>
            <a:spLocks noGrp="1"/>
          </p:cNvSpPr>
          <p:nvPr>
            <p:ph type="sldNum" sz="quarter" idx="15"/>
          </p:nvPr>
        </p:nvSpPr>
        <p:spPr/>
        <p:txBody>
          <a:bodyPr/>
          <a:lstStyle/>
          <a:p>
            <a:fld id="{18D65601-5AE2-46FC-B138-694DDD2B510D}" type="slidenum">
              <a:rPr lang="en-US" smtClean="0"/>
              <a:pPr/>
              <a:t>10</a:t>
            </a:fld>
            <a:endParaRPr lang="en-US" dirty="0"/>
          </a:p>
        </p:txBody>
      </p:sp>
      <p:sp>
        <p:nvSpPr>
          <p:cNvPr id="4" name="Rectangle 2">
            <a:extLst>
              <a:ext uri="{FF2B5EF4-FFF2-40B4-BE49-F238E27FC236}">
                <a16:creationId xmlns:a16="http://schemas.microsoft.com/office/drawing/2014/main" id="{B739233D-E4B1-2557-7E55-92339D5F986F}"/>
              </a:ext>
            </a:extLst>
          </p:cNvPr>
          <p:cNvSpPr>
            <a:spLocks noChangeArrowheads="1"/>
          </p:cNvSpPr>
          <p:nvPr/>
        </p:nvSpPr>
        <p:spPr bwMode="auto">
          <a:xfrm>
            <a:off x="1696804" y="1359404"/>
            <a:ext cx="8220081" cy="31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rPr>
              <a:t>Meta-features extracted:</a:t>
            </a:r>
            <a:endParaRPr kumimoji="0" lang="en-US" altLang="en-US" sz="2200"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1" i="0" u="none" strike="noStrike" cap="none" normalizeH="0" baseline="0" dirty="0" err="1">
                <a:ln>
                  <a:noFill/>
                </a:ln>
                <a:solidFill>
                  <a:schemeClr val="tx1"/>
                </a:solidFill>
                <a:effectLst/>
              </a:rPr>
              <a:t>p/n</a:t>
            </a:r>
            <a:r>
              <a:rPr kumimoji="0" lang="en-US" altLang="en-US" sz="2200" b="1" i="0" u="none" strike="noStrike" cap="none" normalizeH="0" baseline="0" dirty="0">
                <a:ln>
                  <a:noFill/>
                </a:ln>
                <a:solidFill>
                  <a:schemeClr val="tx1"/>
                </a:solidFill>
                <a:effectLst/>
              </a:rPr>
              <a:t> ratio</a:t>
            </a:r>
            <a:r>
              <a:rPr kumimoji="0" lang="en-US" altLang="en-US" sz="2200" b="0" i="0" u="none" strike="noStrike" cap="none" normalizeH="0" baseline="0" dirty="0">
                <a:ln>
                  <a:noFill/>
                </a:ln>
                <a:solidFill>
                  <a:schemeClr val="tx1"/>
                </a:solidFill>
                <a:effectLst/>
              </a:rPr>
              <a:t> (dimensionality vs sample size)</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Mean absolute correlation/multicollinearity</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Sparsity (esp. after encoding)</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Variance/low-variance proportion</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Class imbalance ratio</a:t>
            </a:r>
          </a:p>
        </p:txBody>
      </p:sp>
      <p:sp>
        <p:nvSpPr>
          <p:cNvPr id="7" name="TextBox 6">
            <a:extLst>
              <a:ext uri="{FF2B5EF4-FFF2-40B4-BE49-F238E27FC236}">
                <a16:creationId xmlns:a16="http://schemas.microsoft.com/office/drawing/2014/main" id="{6258BC6A-55DF-5534-7177-00ECCA65CE77}"/>
              </a:ext>
            </a:extLst>
          </p:cNvPr>
          <p:cNvSpPr txBox="1"/>
          <p:nvPr/>
        </p:nvSpPr>
        <p:spPr>
          <a:xfrm>
            <a:off x="1796142" y="4835605"/>
            <a:ext cx="9633857" cy="1107996"/>
          </a:xfrm>
          <a:prstGeom prst="rect">
            <a:avLst/>
          </a:prstGeom>
          <a:noFill/>
        </p:spPr>
        <p:txBody>
          <a:bodyPr wrap="square">
            <a:spAutoFit/>
          </a:bodyPr>
          <a:lstStyle/>
          <a:p>
            <a:r>
              <a:rPr lang="en-US" sz="2200" b="1" dirty="0"/>
              <a:t>Why these:</a:t>
            </a:r>
          </a:p>
          <a:p>
            <a:pPr marL="800100" lvl="1" indent="-342900">
              <a:buFont typeface="Arial" panose="020B0604020202020204" pitchFamily="34" charset="0"/>
              <a:buChar char="•"/>
            </a:pPr>
            <a:r>
              <a:rPr lang="en-US" sz="2200" dirty="0"/>
              <a:t>They are fast to compute and strongly linked to FS behaviour and risks (overfitting/runtime instability).</a:t>
            </a:r>
            <a:endParaRPr lang="en-GB" sz="2200" dirty="0"/>
          </a:p>
        </p:txBody>
      </p:sp>
    </p:spTree>
    <p:extLst>
      <p:ext uri="{BB962C8B-B14F-4D97-AF65-F5344CB8AC3E}">
        <p14:creationId xmlns:p14="http://schemas.microsoft.com/office/powerpoint/2010/main" val="1624679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1995A-563B-E307-1272-018404CD69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919A6C-7CF3-362B-1CB4-86C5656A1BAC}"/>
              </a:ext>
            </a:extLst>
          </p:cNvPr>
          <p:cNvSpPr>
            <a:spLocks noGrp="1"/>
          </p:cNvSpPr>
          <p:nvPr>
            <p:ph type="title"/>
          </p:nvPr>
        </p:nvSpPr>
        <p:spPr>
          <a:xfrm>
            <a:off x="1468814" y="101080"/>
            <a:ext cx="9808773" cy="1427585"/>
          </a:xfrm>
        </p:spPr>
        <p:txBody>
          <a:bodyPr/>
          <a:lstStyle/>
          <a:p>
            <a:r>
              <a:rPr lang="en-US" b="1" dirty="0"/>
              <a:t>He</a:t>
            </a:r>
            <a:r>
              <a:rPr lang="en-US" b="1" spc="300" dirty="0"/>
              <a:t>uris</a:t>
            </a:r>
            <a:r>
              <a:rPr lang="en-US" b="1" dirty="0"/>
              <a:t>tic Rules  </a:t>
            </a:r>
            <a:endParaRPr lang="en-ZA" b="1" dirty="0"/>
          </a:p>
        </p:txBody>
      </p:sp>
      <p:sp>
        <p:nvSpPr>
          <p:cNvPr id="5" name="Slide Number Placeholder 4">
            <a:extLst>
              <a:ext uri="{FF2B5EF4-FFF2-40B4-BE49-F238E27FC236}">
                <a16:creationId xmlns:a16="http://schemas.microsoft.com/office/drawing/2014/main" id="{B5614A63-72F2-2277-5533-52230D91D04D}"/>
              </a:ext>
            </a:extLst>
          </p:cNvPr>
          <p:cNvSpPr>
            <a:spLocks noGrp="1"/>
          </p:cNvSpPr>
          <p:nvPr>
            <p:ph type="sldNum" sz="quarter" idx="15"/>
          </p:nvPr>
        </p:nvSpPr>
        <p:spPr/>
        <p:txBody>
          <a:bodyPr/>
          <a:lstStyle/>
          <a:p>
            <a:fld id="{18D65601-5AE2-46FC-B138-694DDD2B510D}" type="slidenum">
              <a:rPr lang="en-US" smtClean="0"/>
              <a:pPr/>
              <a:t>11</a:t>
            </a:fld>
            <a:endParaRPr lang="en-US" dirty="0"/>
          </a:p>
        </p:txBody>
      </p:sp>
      <p:sp>
        <p:nvSpPr>
          <p:cNvPr id="7" name="Rectangle 3">
            <a:extLst>
              <a:ext uri="{FF2B5EF4-FFF2-40B4-BE49-F238E27FC236}">
                <a16:creationId xmlns:a16="http://schemas.microsoft.com/office/drawing/2014/main" id="{55D6E7DB-CFAA-C7E5-A366-529401E6AB82}"/>
              </a:ext>
            </a:extLst>
          </p:cNvPr>
          <p:cNvSpPr>
            <a:spLocks noChangeArrowheads="1"/>
          </p:cNvSpPr>
          <p:nvPr/>
        </p:nvSpPr>
        <p:spPr bwMode="auto">
          <a:xfrm>
            <a:off x="1468814" y="1126927"/>
            <a:ext cx="9670241" cy="46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rPr>
              <a:t>Decision logic:</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If </a:t>
            </a:r>
            <a:r>
              <a:rPr kumimoji="0" lang="en-US" altLang="en-US" sz="2200" b="1" i="0" u="none" strike="noStrike" cap="none" normalizeH="0" baseline="0" dirty="0" err="1">
                <a:ln>
                  <a:noFill/>
                </a:ln>
                <a:solidFill>
                  <a:schemeClr val="tx1"/>
                </a:solidFill>
                <a:effectLst/>
              </a:rPr>
              <a:t>p/n</a:t>
            </a:r>
            <a:r>
              <a:rPr kumimoji="0" lang="en-US" altLang="en-US" sz="2200" b="1" i="0" u="none" strike="noStrike" cap="none" normalizeH="0" baseline="0" dirty="0">
                <a:ln>
                  <a:noFill/>
                </a:ln>
                <a:solidFill>
                  <a:schemeClr val="tx1"/>
                </a:solidFill>
                <a:effectLst/>
              </a:rPr>
              <a:t> is high</a:t>
            </a:r>
            <a:r>
              <a:rPr kumimoji="0" lang="en-US" altLang="en-US" sz="2200" b="0" i="0" u="none" strike="noStrike" cap="none" normalizeH="0" baseline="0" dirty="0">
                <a:ln>
                  <a:noFill/>
                </a:ln>
                <a:solidFill>
                  <a:schemeClr val="tx1"/>
                </a:solidFill>
                <a:effectLst/>
              </a:rPr>
              <a:t> (very high-dimensional) → prefer </a:t>
            </a:r>
            <a:r>
              <a:rPr kumimoji="0" lang="en-US" altLang="en-US" sz="2200" b="1" i="0" u="none" strike="noStrike" cap="none" normalizeH="0" baseline="0" dirty="0">
                <a:ln>
                  <a:noFill/>
                </a:ln>
                <a:solidFill>
                  <a:schemeClr val="tx1"/>
                </a:solidFill>
                <a:effectLst/>
              </a:rPr>
              <a:t>filter</a:t>
            </a:r>
            <a:r>
              <a:rPr kumimoji="0" lang="en-US" altLang="en-US" sz="2200" b="0" i="0" u="none" strike="noStrike" cap="none" normalizeH="0" baseline="0" dirty="0">
                <a:ln>
                  <a:noFill/>
                </a:ln>
                <a:solidFill>
                  <a:schemeClr val="tx1"/>
                </a:solidFill>
                <a:effectLst/>
              </a:rPr>
              <a:t> (fast)</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If </a:t>
            </a:r>
            <a:r>
              <a:rPr kumimoji="0" lang="en-US" altLang="en-US" sz="2200" b="1" i="0" u="none" strike="noStrike" cap="none" normalizeH="0" baseline="0" dirty="0">
                <a:ln>
                  <a:noFill/>
                </a:ln>
                <a:solidFill>
                  <a:schemeClr val="tx1"/>
                </a:solidFill>
                <a:effectLst/>
              </a:rPr>
              <a:t>correlation is high</a:t>
            </a:r>
            <a:r>
              <a:rPr kumimoji="0" lang="en-US" altLang="en-US" sz="2200" b="0" i="0" u="none" strike="noStrike" cap="none" normalizeH="0" baseline="0" dirty="0">
                <a:ln>
                  <a:noFill/>
                </a:ln>
                <a:solidFill>
                  <a:schemeClr val="tx1"/>
                </a:solidFill>
                <a:effectLst/>
              </a:rPr>
              <a:t> → prefer </a:t>
            </a:r>
            <a:r>
              <a:rPr kumimoji="0" lang="en-US" altLang="en-US" sz="2200" b="1" i="0" u="none" strike="noStrike" cap="none" normalizeH="0" baseline="0" dirty="0">
                <a:ln>
                  <a:noFill/>
                </a:ln>
                <a:solidFill>
                  <a:schemeClr val="tx1"/>
                </a:solidFill>
                <a:effectLst/>
              </a:rPr>
              <a:t>embedded</a:t>
            </a:r>
            <a:r>
              <a:rPr kumimoji="0" lang="en-US" altLang="en-US" sz="2200" b="0" i="0" u="none" strike="noStrike" cap="none" normalizeH="0" baseline="0" dirty="0">
                <a:ln>
                  <a:noFill/>
                </a:ln>
                <a:solidFill>
                  <a:schemeClr val="tx1"/>
                </a:solidFill>
                <a:effectLst/>
              </a:rPr>
              <a:t> (e.g., L1) to reduce multicollinearity</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If dataset is </a:t>
            </a:r>
            <a:r>
              <a:rPr kumimoji="0" lang="en-US" altLang="en-US" sz="2200" b="1" i="0" u="none" strike="noStrike" cap="none" normalizeH="0" baseline="0" dirty="0">
                <a:ln>
                  <a:noFill/>
                </a:ln>
                <a:solidFill>
                  <a:schemeClr val="tx1"/>
                </a:solidFill>
                <a:effectLst/>
              </a:rPr>
              <a:t>moderate size + moderate p</a:t>
            </a:r>
            <a:r>
              <a:rPr kumimoji="0" lang="en-US" altLang="en-US" sz="2200" b="0" i="0" u="none" strike="noStrike" cap="none" normalizeH="0" baseline="0" dirty="0">
                <a:ln>
                  <a:noFill/>
                </a:ln>
                <a:solidFill>
                  <a:schemeClr val="tx1"/>
                </a:solidFill>
                <a:effectLst/>
              </a:rPr>
              <a:t> → allow </a:t>
            </a:r>
            <a:r>
              <a:rPr kumimoji="0" lang="en-US" altLang="en-US" sz="2200" b="1" i="0" u="none" strike="noStrike" cap="none" normalizeH="0" baseline="0" dirty="0">
                <a:ln>
                  <a:noFill/>
                </a:ln>
                <a:solidFill>
                  <a:schemeClr val="tx1"/>
                </a:solidFill>
                <a:effectLst/>
              </a:rPr>
              <a:t>wrapper</a:t>
            </a:r>
            <a:r>
              <a:rPr kumimoji="0" lang="en-US" altLang="en-US" sz="2200" b="0" i="0" u="none" strike="noStrike" cap="none" normalizeH="0" baseline="0" dirty="0">
                <a:ln>
                  <a:noFill/>
                </a:ln>
                <a:solidFill>
                  <a:schemeClr val="tx1"/>
                </a:solidFill>
                <a:effectLst/>
              </a:rPr>
              <a:t> (e.g., RFE)</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If data is </a:t>
            </a:r>
            <a:r>
              <a:rPr kumimoji="0" lang="en-US" altLang="en-US" sz="2200" b="1" i="0" u="none" strike="noStrike" cap="none" normalizeH="0" baseline="0" dirty="0">
                <a:ln>
                  <a:noFill/>
                </a:ln>
                <a:solidFill>
                  <a:schemeClr val="tx1"/>
                </a:solidFill>
                <a:effectLst/>
              </a:rPr>
              <a:t>imbalanced</a:t>
            </a:r>
            <a:r>
              <a:rPr kumimoji="0" lang="en-US" altLang="en-US" sz="2200" b="0" i="0" u="none" strike="noStrike" cap="none" normalizeH="0" baseline="0" dirty="0">
                <a:ln>
                  <a:noFill/>
                </a:ln>
                <a:solidFill>
                  <a:schemeClr val="tx1"/>
                </a:solidFill>
                <a:effectLst/>
              </a:rPr>
              <a:t> → use stability-aware selection + evaluate with F1/AUC</a:t>
            </a: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rPr>
              <a:t>Choose </a:t>
            </a:r>
            <a:r>
              <a:rPr kumimoji="0" lang="en-US" altLang="en-US" sz="2200" b="1" i="0" u="none" strike="noStrike" cap="none" normalizeH="0" baseline="0" dirty="0">
                <a:ln>
                  <a:noFill/>
                </a:ln>
                <a:solidFill>
                  <a:schemeClr val="tx1"/>
                </a:solidFill>
                <a:effectLst/>
              </a:rPr>
              <a:t>k dynamically</a:t>
            </a:r>
            <a:r>
              <a:rPr kumimoji="0" lang="en-US" altLang="en-US" sz="2200" b="0" i="0" u="none" strike="noStrike" cap="none" normalizeH="0" baseline="0" dirty="0">
                <a:ln>
                  <a:noFill/>
                </a:ln>
                <a:solidFill>
                  <a:schemeClr val="tx1"/>
                </a:solidFill>
                <a:effectLst/>
              </a:rPr>
              <a:t>, e.g., a small % of p for very high-dimensional datasets, with bounds</a:t>
            </a:r>
          </a:p>
        </p:txBody>
      </p:sp>
    </p:spTree>
    <p:extLst>
      <p:ext uri="{BB962C8B-B14F-4D97-AF65-F5344CB8AC3E}">
        <p14:creationId xmlns:p14="http://schemas.microsoft.com/office/powerpoint/2010/main" val="2191473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6AC0-5406-A8D6-3C9F-2C45A79715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D10622-5D59-63A4-DB78-D3B347D615AE}"/>
              </a:ext>
            </a:extLst>
          </p:cNvPr>
          <p:cNvSpPr>
            <a:spLocks noGrp="1"/>
          </p:cNvSpPr>
          <p:nvPr>
            <p:ph type="title"/>
          </p:nvPr>
        </p:nvSpPr>
        <p:spPr>
          <a:xfrm>
            <a:off x="1468814" y="101080"/>
            <a:ext cx="9808773" cy="1427585"/>
          </a:xfrm>
        </p:spPr>
        <p:txBody>
          <a:bodyPr/>
          <a:lstStyle/>
          <a:p>
            <a:r>
              <a:rPr lang="en-GB" b="1" dirty="0"/>
              <a:t>Experimental Setup</a:t>
            </a:r>
            <a:endParaRPr lang="en-ZA" b="1" dirty="0"/>
          </a:p>
        </p:txBody>
      </p:sp>
      <p:sp>
        <p:nvSpPr>
          <p:cNvPr id="5" name="Slide Number Placeholder 4">
            <a:extLst>
              <a:ext uri="{FF2B5EF4-FFF2-40B4-BE49-F238E27FC236}">
                <a16:creationId xmlns:a16="http://schemas.microsoft.com/office/drawing/2014/main" id="{7681F8BE-0377-7643-D55A-C4D0A00180C7}"/>
              </a:ext>
            </a:extLst>
          </p:cNvPr>
          <p:cNvSpPr>
            <a:spLocks noGrp="1"/>
          </p:cNvSpPr>
          <p:nvPr>
            <p:ph type="sldNum" sz="quarter" idx="15"/>
          </p:nvPr>
        </p:nvSpPr>
        <p:spPr/>
        <p:txBody>
          <a:bodyPr/>
          <a:lstStyle/>
          <a:p>
            <a:fld id="{18D65601-5AE2-46FC-B138-694DDD2B510D}" type="slidenum">
              <a:rPr lang="en-US" smtClean="0"/>
              <a:pPr/>
              <a:t>12</a:t>
            </a:fld>
            <a:endParaRPr lang="en-US" dirty="0"/>
          </a:p>
        </p:txBody>
      </p:sp>
      <p:sp>
        <p:nvSpPr>
          <p:cNvPr id="9" name="TextBox 8">
            <a:extLst>
              <a:ext uri="{FF2B5EF4-FFF2-40B4-BE49-F238E27FC236}">
                <a16:creationId xmlns:a16="http://schemas.microsoft.com/office/drawing/2014/main" id="{CB2237A3-1FE8-3F58-446D-E9A74CA56B72}"/>
              </a:ext>
            </a:extLst>
          </p:cNvPr>
          <p:cNvSpPr txBox="1"/>
          <p:nvPr/>
        </p:nvSpPr>
        <p:spPr>
          <a:xfrm>
            <a:off x="1365430" y="1126927"/>
            <a:ext cx="9357756" cy="4650312"/>
          </a:xfrm>
          <a:prstGeom prst="rect">
            <a:avLst/>
          </a:prstGeom>
          <a:noFill/>
        </p:spPr>
        <p:txBody>
          <a:bodyPr wrap="square">
            <a:spAutoFit/>
          </a:bodyPr>
          <a:lstStyle/>
          <a:p>
            <a:pPr>
              <a:lnSpc>
                <a:spcPct val="150000"/>
              </a:lnSpc>
              <a:buNone/>
            </a:pPr>
            <a:r>
              <a:rPr lang="en-GB" sz="2200" b="1" dirty="0"/>
              <a:t>Models used:</a:t>
            </a:r>
            <a:endParaRPr lang="en-GB" sz="2200" dirty="0"/>
          </a:p>
          <a:p>
            <a:pPr lvl="1">
              <a:lnSpc>
                <a:spcPct val="150000"/>
              </a:lnSpc>
              <a:buFont typeface="Arial" panose="020B0604020202020204" pitchFamily="34" charset="0"/>
              <a:buChar char="•"/>
            </a:pPr>
            <a:r>
              <a:rPr lang="en-GB" sz="2200" dirty="0"/>
              <a:t>Linear: Logistic Regression (LR), Linear Discriminant Analysis (LDA)</a:t>
            </a:r>
          </a:p>
          <a:p>
            <a:pPr lvl="1">
              <a:lnSpc>
                <a:spcPct val="150000"/>
              </a:lnSpc>
              <a:buFont typeface="Arial" panose="020B0604020202020204" pitchFamily="34" charset="0"/>
              <a:buChar char="•"/>
            </a:pPr>
            <a:r>
              <a:rPr lang="en-GB" sz="2200" dirty="0"/>
              <a:t>Non-linear: Random Forest (RF), </a:t>
            </a:r>
            <a:r>
              <a:rPr lang="en-GB" sz="2200" dirty="0" err="1"/>
              <a:t>XGBoost</a:t>
            </a:r>
            <a:endParaRPr lang="en-GB" sz="2200" dirty="0"/>
          </a:p>
          <a:p>
            <a:pPr>
              <a:lnSpc>
                <a:spcPct val="150000"/>
              </a:lnSpc>
              <a:buNone/>
            </a:pPr>
            <a:r>
              <a:rPr lang="en-GB" sz="2200" b="1" dirty="0"/>
              <a:t>Conditions compared:</a:t>
            </a:r>
            <a:endParaRPr lang="en-GB" sz="2200" dirty="0"/>
          </a:p>
          <a:p>
            <a:pPr lvl="1">
              <a:lnSpc>
                <a:spcPct val="150000"/>
              </a:lnSpc>
              <a:buFont typeface="Arial" panose="020B0604020202020204" pitchFamily="34" charset="0"/>
              <a:buChar char="•"/>
            </a:pPr>
            <a:r>
              <a:rPr lang="en-GB" sz="2200" dirty="0"/>
              <a:t>Baseline: </a:t>
            </a:r>
            <a:r>
              <a:rPr lang="en-GB" sz="2200" b="1" dirty="0"/>
              <a:t>No Feature Selection</a:t>
            </a:r>
            <a:endParaRPr lang="en-GB" sz="2200" dirty="0"/>
          </a:p>
          <a:p>
            <a:pPr lvl="1">
              <a:lnSpc>
                <a:spcPct val="150000"/>
              </a:lnSpc>
              <a:buFont typeface="Arial" panose="020B0604020202020204" pitchFamily="34" charset="0"/>
              <a:buChar char="•"/>
            </a:pPr>
            <a:r>
              <a:rPr lang="en-GB" sz="2200" dirty="0"/>
              <a:t>Proposed: </a:t>
            </a:r>
            <a:r>
              <a:rPr lang="en-GB" sz="2200" b="1" dirty="0"/>
              <a:t>Heuristic-Adaptive Feature Selection</a:t>
            </a:r>
            <a:endParaRPr lang="en-GB" sz="2200" dirty="0"/>
          </a:p>
          <a:p>
            <a:pPr>
              <a:lnSpc>
                <a:spcPct val="150000"/>
              </a:lnSpc>
              <a:buNone/>
            </a:pPr>
            <a:r>
              <a:rPr lang="en-GB" sz="2200" b="1" dirty="0"/>
              <a:t>Evaluation:</a:t>
            </a:r>
            <a:endParaRPr lang="en-GB" sz="2200" dirty="0"/>
          </a:p>
          <a:p>
            <a:pPr lvl="1">
              <a:lnSpc>
                <a:spcPct val="150000"/>
              </a:lnSpc>
              <a:buFont typeface="Arial" panose="020B0604020202020204" pitchFamily="34" charset="0"/>
              <a:buChar char="•"/>
            </a:pPr>
            <a:r>
              <a:rPr lang="en-GB" sz="2200" dirty="0"/>
              <a:t>Cross-validation - </a:t>
            </a:r>
            <a:r>
              <a:rPr lang="en-US" sz="2400" dirty="0"/>
              <a:t>3-fold CV × 2 seeds = 6 runs</a:t>
            </a:r>
            <a:endParaRPr lang="en-GB" sz="2200" dirty="0"/>
          </a:p>
          <a:p>
            <a:pPr lvl="1">
              <a:lnSpc>
                <a:spcPct val="150000"/>
              </a:lnSpc>
              <a:buFont typeface="Arial" panose="020B0604020202020204" pitchFamily="34" charset="0"/>
              <a:buChar char="•"/>
            </a:pPr>
            <a:r>
              <a:rPr lang="en-GB" sz="2200" dirty="0"/>
              <a:t>FS applied inside training folds only (no leakage)</a:t>
            </a:r>
          </a:p>
        </p:txBody>
      </p:sp>
    </p:spTree>
    <p:extLst>
      <p:ext uri="{BB962C8B-B14F-4D97-AF65-F5344CB8AC3E}">
        <p14:creationId xmlns:p14="http://schemas.microsoft.com/office/powerpoint/2010/main" val="2546647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2797-3CA9-28E2-EBE4-24F5B4D8A6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F20CE5-EA29-AA99-39B5-B10C3F251543}"/>
              </a:ext>
            </a:extLst>
          </p:cNvPr>
          <p:cNvSpPr>
            <a:spLocks noGrp="1"/>
          </p:cNvSpPr>
          <p:nvPr>
            <p:ph type="title"/>
          </p:nvPr>
        </p:nvSpPr>
        <p:spPr>
          <a:xfrm>
            <a:off x="1468814" y="101080"/>
            <a:ext cx="9808773" cy="1427585"/>
          </a:xfrm>
        </p:spPr>
        <p:txBody>
          <a:bodyPr/>
          <a:lstStyle/>
          <a:p>
            <a:r>
              <a:rPr lang="en-GB" b="1" spc="300" dirty="0"/>
              <a:t>M</a:t>
            </a:r>
            <a:r>
              <a:rPr lang="en-GB" b="1" dirty="0"/>
              <a:t>etrics + </a:t>
            </a:r>
            <a:r>
              <a:rPr lang="en-GB" b="1" spc="300" dirty="0"/>
              <a:t>S</a:t>
            </a:r>
            <a:r>
              <a:rPr lang="en-GB" b="1" dirty="0"/>
              <a:t>tatistical Testing</a:t>
            </a:r>
            <a:endParaRPr lang="en-ZA" b="1" dirty="0"/>
          </a:p>
        </p:txBody>
      </p:sp>
      <p:sp>
        <p:nvSpPr>
          <p:cNvPr id="5" name="Slide Number Placeholder 4">
            <a:extLst>
              <a:ext uri="{FF2B5EF4-FFF2-40B4-BE49-F238E27FC236}">
                <a16:creationId xmlns:a16="http://schemas.microsoft.com/office/drawing/2014/main" id="{3A4D9C41-4CF8-9F43-FCBA-D18DAF99518C}"/>
              </a:ext>
            </a:extLst>
          </p:cNvPr>
          <p:cNvSpPr>
            <a:spLocks noGrp="1"/>
          </p:cNvSpPr>
          <p:nvPr>
            <p:ph type="sldNum" sz="quarter" idx="15"/>
          </p:nvPr>
        </p:nvSpPr>
        <p:spPr/>
        <p:txBody>
          <a:bodyPr/>
          <a:lstStyle/>
          <a:p>
            <a:fld id="{18D65601-5AE2-46FC-B138-694DDD2B510D}" type="slidenum">
              <a:rPr lang="en-US" smtClean="0"/>
              <a:pPr/>
              <a:t>13</a:t>
            </a:fld>
            <a:endParaRPr lang="en-US" dirty="0"/>
          </a:p>
        </p:txBody>
      </p:sp>
      <p:sp>
        <p:nvSpPr>
          <p:cNvPr id="4" name="TextBox 3">
            <a:extLst>
              <a:ext uri="{FF2B5EF4-FFF2-40B4-BE49-F238E27FC236}">
                <a16:creationId xmlns:a16="http://schemas.microsoft.com/office/drawing/2014/main" id="{984ABBA4-396C-7596-EA1F-A27BF1D195C9}"/>
              </a:ext>
            </a:extLst>
          </p:cNvPr>
          <p:cNvSpPr txBox="1"/>
          <p:nvPr/>
        </p:nvSpPr>
        <p:spPr>
          <a:xfrm>
            <a:off x="1468814" y="1137112"/>
            <a:ext cx="9808773" cy="5619808"/>
          </a:xfrm>
          <a:prstGeom prst="rect">
            <a:avLst/>
          </a:prstGeom>
          <a:noFill/>
        </p:spPr>
        <p:txBody>
          <a:bodyPr wrap="square">
            <a:spAutoFit/>
          </a:bodyPr>
          <a:lstStyle/>
          <a:p>
            <a:pPr>
              <a:lnSpc>
                <a:spcPct val="150000"/>
              </a:lnSpc>
            </a:pPr>
            <a:r>
              <a:rPr lang="en-GB" sz="2200" b="1" dirty="0"/>
              <a:t>Performance metrics:</a:t>
            </a:r>
            <a:endParaRPr lang="en-GB" sz="2200" dirty="0"/>
          </a:p>
          <a:p>
            <a:pPr lvl="1">
              <a:lnSpc>
                <a:spcPct val="150000"/>
              </a:lnSpc>
            </a:pPr>
            <a:r>
              <a:rPr lang="en-GB" sz="2200" dirty="0"/>
              <a:t>Accuracy</a:t>
            </a:r>
          </a:p>
          <a:p>
            <a:pPr lvl="1">
              <a:lnSpc>
                <a:spcPct val="150000"/>
              </a:lnSpc>
            </a:pPr>
            <a:r>
              <a:rPr lang="en-GB" sz="2200" dirty="0"/>
              <a:t>F1-score (especially for imbalance)</a:t>
            </a:r>
          </a:p>
          <a:p>
            <a:pPr lvl="1">
              <a:lnSpc>
                <a:spcPct val="150000"/>
              </a:lnSpc>
            </a:pPr>
            <a:r>
              <a:rPr lang="en-GB" sz="2200" dirty="0"/>
              <a:t>AUC (binary or one-vs-rest for multiclass)</a:t>
            </a:r>
          </a:p>
          <a:p>
            <a:pPr>
              <a:lnSpc>
                <a:spcPct val="150000"/>
              </a:lnSpc>
            </a:pPr>
            <a:r>
              <a:rPr lang="en-GB" sz="2200" b="1" dirty="0"/>
              <a:t>Efficiency:</a:t>
            </a:r>
            <a:endParaRPr lang="en-GB" sz="2200" dirty="0"/>
          </a:p>
          <a:p>
            <a:pPr lvl="1">
              <a:lnSpc>
                <a:spcPct val="150000"/>
              </a:lnSpc>
            </a:pPr>
            <a:r>
              <a:rPr lang="en-GB" sz="2200" dirty="0"/>
              <a:t>Runtime (FS + training time)</a:t>
            </a:r>
          </a:p>
          <a:p>
            <a:pPr>
              <a:lnSpc>
                <a:spcPct val="150000"/>
              </a:lnSpc>
            </a:pPr>
            <a:r>
              <a:rPr lang="en-GB" sz="2200" b="1" dirty="0"/>
              <a:t>Stability:</a:t>
            </a:r>
            <a:endParaRPr lang="en-GB" sz="2200" dirty="0"/>
          </a:p>
          <a:p>
            <a:pPr lvl="1">
              <a:lnSpc>
                <a:spcPct val="150000"/>
              </a:lnSpc>
            </a:pPr>
            <a:r>
              <a:rPr lang="en-GB" sz="2200" dirty="0" err="1"/>
              <a:t>Kuncheva</a:t>
            </a:r>
            <a:r>
              <a:rPr lang="en-GB" sz="2200" dirty="0"/>
              <a:t> Index (or Jaccard corrected) across folds</a:t>
            </a:r>
          </a:p>
          <a:p>
            <a:pPr>
              <a:lnSpc>
                <a:spcPct val="150000"/>
              </a:lnSpc>
            </a:pPr>
            <a:r>
              <a:rPr lang="en-GB" sz="2200" b="1" dirty="0"/>
              <a:t>Statistics:</a:t>
            </a:r>
            <a:endParaRPr lang="en-GB" sz="2200" dirty="0"/>
          </a:p>
          <a:p>
            <a:pPr lvl="1">
              <a:lnSpc>
                <a:spcPct val="150000"/>
              </a:lnSpc>
            </a:pPr>
            <a:r>
              <a:rPr lang="en-GB" sz="2200" dirty="0"/>
              <a:t>Paired comparisons (paired t-test / ANOVA depending on your final analysis)</a:t>
            </a:r>
          </a:p>
        </p:txBody>
      </p:sp>
    </p:spTree>
    <p:extLst>
      <p:ext uri="{BB962C8B-B14F-4D97-AF65-F5344CB8AC3E}">
        <p14:creationId xmlns:p14="http://schemas.microsoft.com/office/powerpoint/2010/main" val="2140933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5AA6ED-97F0-825D-71BB-D4D461E7870C}"/>
              </a:ext>
            </a:extLst>
          </p:cNvPr>
          <p:cNvSpPr>
            <a:spLocks noGrp="1"/>
          </p:cNvSpPr>
          <p:nvPr>
            <p:ph type="title"/>
          </p:nvPr>
        </p:nvSpPr>
        <p:spPr>
          <a:xfrm>
            <a:off x="1381119" y="262487"/>
            <a:ext cx="9808773" cy="834618"/>
          </a:xfrm>
        </p:spPr>
        <p:txBody>
          <a:bodyPr anchor="ctr">
            <a:normAutofit/>
          </a:bodyPr>
          <a:lstStyle/>
          <a:p>
            <a:r>
              <a:rPr lang="en-GB" b="1"/>
              <a:t>Results </a:t>
            </a:r>
            <a:r>
              <a:rPr lang="en-GB" b="1" spc="300"/>
              <a:t>–Predictive Performance </a:t>
            </a:r>
            <a:endParaRPr lang="en-ZA" b="1" dirty="0"/>
          </a:p>
        </p:txBody>
      </p:sp>
      <p:sp>
        <p:nvSpPr>
          <p:cNvPr id="3" name="Slide Number Placeholder 2">
            <a:extLst>
              <a:ext uri="{FF2B5EF4-FFF2-40B4-BE49-F238E27FC236}">
                <a16:creationId xmlns:a16="http://schemas.microsoft.com/office/drawing/2014/main" id="{71592F51-55CE-19DC-B632-AD19560BA9D1}"/>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14</a:t>
            </a:fld>
            <a:endParaRPr lang="en-US"/>
          </a:p>
        </p:txBody>
      </p:sp>
      <p:graphicFrame>
        <p:nvGraphicFramePr>
          <p:cNvPr id="14" name="Table 13">
            <a:extLst>
              <a:ext uri="{FF2B5EF4-FFF2-40B4-BE49-F238E27FC236}">
                <a16:creationId xmlns:a16="http://schemas.microsoft.com/office/drawing/2014/main" id="{10D15550-3670-FCC0-FD9F-99C338EDA84A}"/>
              </a:ext>
            </a:extLst>
          </p:cNvPr>
          <p:cNvGraphicFramePr>
            <a:graphicFrameLocks noGrp="1"/>
          </p:cNvGraphicFramePr>
          <p:nvPr>
            <p:extLst>
              <p:ext uri="{D42A27DB-BD31-4B8C-83A1-F6EECF244321}">
                <p14:modId xmlns:p14="http://schemas.microsoft.com/office/powerpoint/2010/main" val="4043515709"/>
              </p:ext>
            </p:extLst>
          </p:nvPr>
        </p:nvGraphicFramePr>
        <p:xfrm>
          <a:off x="6096001" y="1327481"/>
          <a:ext cx="5919287" cy="4071299"/>
        </p:xfrm>
        <a:graphic>
          <a:graphicData uri="http://schemas.openxmlformats.org/drawingml/2006/table">
            <a:tbl>
              <a:tblPr firstRow="1" bandRow="1">
                <a:tableStyleId>{0E3FDE45-AF77-4B5C-9715-49D594BDF05E}</a:tableStyleId>
              </a:tblPr>
              <a:tblGrid>
                <a:gridCol w="996438">
                  <a:extLst>
                    <a:ext uri="{9D8B030D-6E8A-4147-A177-3AD203B41FA5}">
                      <a16:colId xmlns:a16="http://schemas.microsoft.com/office/drawing/2014/main" val="2267622785"/>
                    </a:ext>
                  </a:extLst>
                </a:gridCol>
                <a:gridCol w="935140">
                  <a:extLst>
                    <a:ext uri="{9D8B030D-6E8A-4147-A177-3AD203B41FA5}">
                      <a16:colId xmlns:a16="http://schemas.microsoft.com/office/drawing/2014/main" val="2028054242"/>
                    </a:ext>
                  </a:extLst>
                </a:gridCol>
                <a:gridCol w="817302">
                  <a:extLst>
                    <a:ext uri="{9D8B030D-6E8A-4147-A177-3AD203B41FA5}">
                      <a16:colId xmlns:a16="http://schemas.microsoft.com/office/drawing/2014/main" val="793286056"/>
                    </a:ext>
                  </a:extLst>
                </a:gridCol>
                <a:gridCol w="727735">
                  <a:extLst>
                    <a:ext uri="{9D8B030D-6E8A-4147-A177-3AD203B41FA5}">
                      <a16:colId xmlns:a16="http://schemas.microsoft.com/office/drawing/2014/main" val="4063740375"/>
                    </a:ext>
                  </a:extLst>
                </a:gridCol>
                <a:gridCol w="537405">
                  <a:extLst>
                    <a:ext uri="{9D8B030D-6E8A-4147-A177-3AD203B41FA5}">
                      <a16:colId xmlns:a16="http://schemas.microsoft.com/office/drawing/2014/main" val="237522508"/>
                    </a:ext>
                  </a:extLst>
                </a:gridCol>
                <a:gridCol w="671756">
                  <a:extLst>
                    <a:ext uri="{9D8B030D-6E8A-4147-A177-3AD203B41FA5}">
                      <a16:colId xmlns:a16="http://schemas.microsoft.com/office/drawing/2014/main" val="2453357755"/>
                    </a:ext>
                  </a:extLst>
                </a:gridCol>
                <a:gridCol w="585268">
                  <a:extLst>
                    <a:ext uri="{9D8B030D-6E8A-4147-A177-3AD203B41FA5}">
                      <a16:colId xmlns:a16="http://schemas.microsoft.com/office/drawing/2014/main" val="3364469587"/>
                    </a:ext>
                  </a:extLst>
                </a:gridCol>
                <a:gridCol w="648243">
                  <a:extLst>
                    <a:ext uri="{9D8B030D-6E8A-4147-A177-3AD203B41FA5}">
                      <a16:colId xmlns:a16="http://schemas.microsoft.com/office/drawing/2014/main" val="3456506784"/>
                    </a:ext>
                  </a:extLst>
                </a:gridCol>
              </a:tblGrid>
              <a:tr h="415115">
                <a:tc>
                  <a:txBody>
                    <a:bodyPr/>
                    <a:lstStyle/>
                    <a:p>
                      <a:pPr algn="l" fontAlgn="t">
                        <a:buNone/>
                      </a:pPr>
                      <a:r>
                        <a:rPr lang="en-GB" sz="1100" u="none" strike="noStrike">
                          <a:effectLst/>
                        </a:rPr>
                        <a:t>Dataset</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Model</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Acc  (No-FS)</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Acc (Heuristic)</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F1 (No-FS)</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F1 (Heuristic)</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AUC (No-FS)</a:t>
                      </a:r>
                      <a:endParaRPr lang="en-GB" sz="1100" b="1" i="0" u="none" strike="noStrike">
                        <a:solidFill>
                          <a:srgbClr val="000000"/>
                        </a:solidFill>
                        <a:effectLst/>
                        <a:latin typeface="Aptos Narrow" panose="020B0004020202020204" pitchFamily="34" charset="0"/>
                      </a:endParaRPr>
                    </a:p>
                  </a:txBody>
                  <a:tcPr marL="6103" marR="6103" marT="6103" marB="0"/>
                </a:tc>
                <a:tc>
                  <a:txBody>
                    <a:bodyPr/>
                    <a:lstStyle/>
                    <a:p>
                      <a:pPr algn="l" fontAlgn="t">
                        <a:buNone/>
                      </a:pPr>
                      <a:r>
                        <a:rPr lang="en-GB" sz="1100" u="none" strike="noStrike">
                          <a:effectLst/>
                        </a:rPr>
                        <a:t>AUC  (Heuristic)</a:t>
                      </a:r>
                      <a:endParaRPr lang="en-GB" sz="1100" b="1" i="0" u="none" strike="noStrike">
                        <a:solidFill>
                          <a:srgbClr val="000000"/>
                        </a:solidFill>
                        <a:effectLst/>
                        <a:latin typeface="Aptos Narrow" panose="020B0004020202020204" pitchFamily="34" charset="0"/>
                      </a:endParaRPr>
                    </a:p>
                  </a:txBody>
                  <a:tcPr marL="6103" marR="6103" marT="6103" marB="0"/>
                </a:tc>
                <a:extLst>
                  <a:ext uri="{0D108BD9-81ED-4DB2-BD59-A6C34878D82A}">
                    <a16:rowId xmlns:a16="http://schemas.microsoft.com/office/drawing/2014/main" val="2182025332"/>
                  </a:ext>
                </a:extLst>
              </a:tr>
              <a:tr h="415115">
                <a:tc>
                  <a:txBody>
                    <a:bodyPr/>
                    <a:lstStyle/>
                    <a:p>
                      <a:pPr algn="l" fontAlgn="b">
                        <a:buNone/>
                      </a:pPr>
                      <a:r>
                        <a:rPr lang="en-GB" sz="1100" u="none" strike="noStrike">
                          <a:effectLst/>
                        </a:rPr>
                        <a:t>Bank Marketing</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Logistic Regression</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0.895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0.875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0.528</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0.265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0.888</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0.672</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543727979"/>
                  </a:ext>
                </a:extLst>
              </a:tr>
              <a:tr h="231115">
                <a:tc>
                  <a:txBody>
                    <a:bodyPr/>
                    <a:lstStyle/>
                    <a:p>
                      <a:pPr algn="l" fontAlgn="b">
                        <a:buNone/>
                      </a:pPr>
                      <a:r>
                        <a:rPr lang="en-GB" sz="1100" u="none" strike="noStrike">
                          <a:effectLst/>
                        </a:rPr>
                        <a:t>Bank Marketing</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LDA</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0.897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0.88</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0.466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0.177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0.873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0.671</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1792123301"/>
                  </a:ext>
                </a:extLst>
              </a:tr>
              <a:tr h="231115">
                <a:tc>
                  <a:txBody>
                    <a:bodyPr/>
                    <a:lstStyle/>
                    <a:p>
                      <a:pPr algn="l" fontAlgn="b">
                        <a:buNone/>
                      </a:pPr>
                      <a:r>
                        <a:rPr lang="en-GB" sz="1100" u="none" strike="noStrike">
                          <a:effectLst/>
                        </a:rPr>
                        <a:t>Bank Marketing</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Random Forest</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0.895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0.559</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0.262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0.919</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0.639</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819072471"/>
                  </a:ext>
                </a:extLst>
              </a:tr>
              <a:tr h="231115">
                <a:tc>
                  <a:txBody>
                    <a:bodyPr/>
                    <a:lstStyle/>
                    <a:p>
                      <a:pPr algn="l" fontAlgn="b">
                        <a:buNone/>
                      </a:pPr>
                      <a:r>
                        <a:rPr lang="en-GB" sz="1100" u="none" strike="noStrike">
                          <a:effectLst/>
                        </a:rPr>
                        <a:t>Bank Marketing</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dirty="0" err="1">
                          <a:effectLst/>
                        </a:rPr>
                        <a:t>XGBoost</a:t>
                      </a:r>
                      <a:endParaRPr lang="en-GB" sz="1100" b="0" i="0" u="none" strike="noStrike" dirty="0">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0.902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0.863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0.583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0.306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0.925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0.677</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3138524817"/>
                  </a:ext>
                </a:extLst>
              </a:tr>
              <a:tr h="415115">
                <a:tc>
                  <a:txBody>
                    <a:bodyPr/>
                    <a:lstStyle/>
                    <a:p>
                      <a:pPr algn="l" fontAlgn="b">
                        <a:buNone/>
                      </a:pPr>
                      <a:r>
                        <a:rPr lang="en-GB" sz="1100" u="none" strike="noStrike">
                          <a:effectLst/>
                        </a:rPr>
                        <a:t>Breast Cancer</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Logistic Regression</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0.972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dirty="0">
                          <a:effectLst/>
                        </a:rPr>
                        <a:t>0.972</a:t>
                      </a:r>
                      <a:endParaRPr lang="en-GB" sz="1100" b="0" i="0" u="none" strike="noStrike" dirty="0">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0.961</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0.961</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0.994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0.994</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2407983462"/>
                  </a:ext>
                </a:extLst>
              </a:tr>
              <a:tr h="231115">
                <a:tc>
                  <a:txBody>
                    <a:bodyPr/>
                    <a:lstStyle/>
                    <a:p>
                      <a:pPr algn="l" fontAlgn="b">
                        <a:buNone/>
                      </a:pPr>
                      <a:r>
                        <a:rPr lang="en-GB" sz="1100" u="none" strike="noStrike">
                          <a:effectLst/>
                        </a:rPr>
                        <a:t>Breast Cancer</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LDA</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0.935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0.935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0.991</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0.991</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2379019221"/>
                  </a:ext>
                </a:extLst>
              </a:tr>
              <a:tr h="231115">
                <a:tc>
                  <a:txBody>
                    <a:bodyPr/>
                    <a:lstStyle/>
                    <a:p>
                      <a:pPr algn="l" fontAlgn="b">
                        <a:buNone/>
                      </a:pPr>
                      <a:r>
                        <a:rPr lang="en-GB" sz="1100" u="none" strike="noStrike">
                          <a:effectLst/>
                        </a:rPr>
                        <a:t>Breast Cancer</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Random Forest</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0.986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0.986</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4159793119"/>
                  </a:ext>
                </a:extLst>
              </a:tr>
              <a:tr h="231115">
                <a:tc>
                  <a:txBody>
                    <a:bodyPr/>
                    <a:lstStyle/>
                    <a:p>
                      <a:pPr algn="l" fontAlgn="b">
                        <a:buNone/>
                      </a:pPr>
                      <a:r>
                        <a:rPr lang="en-GB" sz="1100" u="none" strike="noStrike">
                          <a:effectLst/>
                        </a:rPr>
                        <a:t>Breast Cancer</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XGBoost</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0.958</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0.958</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0.943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0.943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0.989</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0.989</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998378788"/>
                  </a:ext>
                </a:extLst>
              </a:tr>
              <a:tr h="415115">
                <a:tc>
                  <a:txBody>
                    <a:bodyPr/>
                    <a:lstStyle/>
                    <a:p>
                      <a:pPr algn="l" fontAlgn="b">
                        <a:buNone/>
                      </a:pPr>
                      <a:r>
                        <a:rPr lang="en-GB" sz="1100" u="none" strike="noStrike">
                          <a:effectLst/>
                        </a:rPr>
                        <a:t>CIFAR-10</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dirty="0">
                          <a:effectLst/>
                        </a:rPr>
                        <a:t>Logistic Regression</a:t>
                      </a:r>
                      <a:endParaRPr lang="en-GB" sz="1100" b="0" i="0" u="none" strike="noStrike" dirty="0">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0.293</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dirty="0">
                          <a:effectLst/>
                        </a:rPr>
                        <a:t>0.23</a:t>
                      </a:r>
                      <a:endParaRPr lang="en-GB" sz="1100" b="0" i="0" u="none" strike="noStrike" dirty="0">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0.295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0.219</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0.724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0.666</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1475173250"/>
                  </a:ext>
                </a:extLst>
              </a:tr>
              <a:tr h="231115">
                <a:tc>
                  <a:txBody>
                    <a:bodyPr/>
                    <a:lstStyle/>
                    <a:p>
                      <a:pPr algn="l" fontAlgn="b">
                        <a:buNone/>
                      </a:pPr>
                      <a:r>
                        <a:rPr lang="en-GB" sz="1100" u="none" strike="noStrike" dirty="0">
                          <a:effectLst/>
                        </a:rPr>
                        <a:t>CIFAR-10</a:t>
                      </a:r>
                      <a:endParaRPr lang="en-GB" sz="1100" b="0" i="0" u="none" strike="noStrike" dirty="0">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LDA</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0.191</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0.177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0.19</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0.172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0.627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0.603</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2429571508"/>
                  </a:ext>
                </a:extLst>
              </a:tr>
              <a:tr h="231115">
                <a:tc>
                  <a:txBody>
                    <a:bodyPr/>
                    <a:lstStyle/>
                    <a:p>
                      <a:pPr algn="l" fontAlgn="b">
                        <a:buNone/>
                      </a:pPr>
                      <a:r>
                        <a:rPr lang="en-GB" sz="1100" u="none" strike="noStrike">
                          <a:effectLst/>
                        </a:rPr>
                        <a:t>CIFAR-10</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Random Forest</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0.346</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0.34</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0.232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0.767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0.696</a:t>
                      </a:r>
                      <a:endParaRPr lang="en-GB" sz="1100" b="0" i="0" u="none" strike="noStrike">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2054178087"/>
                  </a:ext>
                </a:extLst>
              </a:tr>
              <a:tr h="231115">
                <a:tc>
                  <a:txBody>
                    <a:bodyPr/>
                    <a:lstStyle/>
                    <a:p>
                      <a:pPr algn="l" fontAlgn="b">
                        <a:buNone/>
                      </a:pPr>
                      <a:r>
                        <a:rPr lang="en-GB" sz="1100" u="none" strike="noStrike">
                          <a:effectLst/>
                        </a:rPr>
                        <a:t>CIFAR-10</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XGBoost</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0.325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0.225</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0.321</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0.222</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a:effectLst/>
                        </a:rPr>
                        <a:t>0.757</a:t>
                      </a:r>
                      <a:endParaRPr lang="en-GB" sz="1100" b="0" i="0" u="none" strike="noStrike">
                        <a:solidFill>
                          <a:srgbClr val="000000"/>
                        </a:solidFill>
                        <a:effectLst/>
                        <a:latin typeface="Aptos Narrow" panose="020B0004020202020204" pitchFamily="34" charset="0"/>
                      </a:endParaRPr>
                    </a:p>
                  </a:txBody>
                  <a:tcPr marL="6103" marR="6103" marT="6103" marB="0" anchor="b"/>
                </a:tc>
                <a:tc>
                  <a:txBody>
                    <a:bodyPr/>
                    <a:lstStyle/>
                    <a:p>
                      <a:pPr algn="l" fontAlgn="b">
                        <a:buNone/>
                      </a:pPr>
                      <a:r>
                        <a:rPr lang="en-GB" sz="1100" u="none" strike="noStrike" dirty="0">
                          <a:effectLst/>
                        </a:rPr>
                        <a:t>0.676</a:t>
                      </a:r>
                      <a:endParaRPr lang="en-GB" sz="1100" b="0" i="0" u="none" strike="noStrike" dirty="0">
                        <a:solidFill>
                          <a:srgbClr val="000000"/>
                        </a:solidFill>
                        <a:effectLst/>
                        <a:latin typeface="Aptos Narrow" panose="020B0004020202020204" pitchFamily="34" charset="0"/>
                      </a:endParaRPr>
                    </a:p>
                  </a:txBody>
                  <a:tcPr marL="6103" marR="6103" marT="6103" marB="0" anchor="b"/>
                </a:tc>
                <a:extLst>
                  <a:ext uri="{0D108BD9-81ED-4DB2-BD59-A6C34878D82A}">
                    <a16:rowId xmlns:a16="http://schemas.microsoft.com/office/drawing/2014/main" val="2196500935"/>
                  </a:ext>
                </a:extLst>
              </a:tr>
            </a:tbl>
          </a:graphicData>
        </a:graphic>
      </p:graphicFrame>
      <p:sp>
        <p:nvSpPr>
          <p:cNvPr id="15" name="TextBox 14">
            <a:extLst>
              <a:ext uri="{FF2B5EF4-FFF2-40B4-BE49-F238E27FC236}">
                <a16:creationId xmlns:a16="http://schemas.microsoft.com/office/drawing/2014/main" id="{E324CE69-142F-CF6F-41A2-8AF1F68BA37C}"/>
              </a:ext>
            </a:extLst>
          </p:cNvPr>
          <p:cNvSpPr txBox="1"/>
          <p:nvPr/>
        </p:nvSpPr>
        <p:spPr>
          <a:xfrm>
            <a:off x="1002108" y="1225689"/>
            <a:ext cx="5093892" cy="5632311"/>
          </a:xfrm>
          <a:prstGeom prst="rect">
            <a:avLst/>
          </a:prstGeom>
          <a:noFill/>
        </p:spPr>
        <p:txBody>
          <a:bodyPr wrap="square">
            <a:spAutoFit/>
          </a:bodyPr>
          <a:lstStyle/>
          <a:p>
            <a:r>
              <a:rPr lang="en-US" b="1" dirty="0"/>
              <a:t>Key points :</a:t>
            </a:r>
          </a:p>
          <a:p>
            <a:endParaRPr lang="en-US" dirty="0"/>
          </a:p>
          <a:p>
            <a:r>
              <a:rPr lang="en-US" b="1" dirty="0"/>
              <a:t>Breast Cancer (low-dimensional, correlated):</a:t>
            </a:r>
          </a:p>
          <a:p>
            <a:pPr marL="285750" indent="-285750">
              <a:buFont typeface="Arial" panose="020B0604020202020204" pitchFamily="34" charset="0"/>
              <a:buChar char="•"/>
            </a:pPr>
            <a:r>
              <a:rPr lang="en-US" dirty="0"/>
              <a:t>Heuristic made little/no reduction, so accuracy, F1, AUC, and stability stayed the same across models.</a:t>
            </a:r>
          </a:p>
          <a:p>
            <a:endParaRPr lang="en-US" dirty="0"/>
          </a:p>
          <a:p>
            <a:r>
              <a:rPr lang="en-US" b="1" dirty="0"/>
              <a:t>Bank Marketing (imbalanced, sparse after encoding):</a:t>
            </a:r>
          </a:p>
          <a:p>
            <a:pPr marL="285750" indent="-285750">
              <a:buFont typeface="Arial" panose="020B0604020202020204" pitchFamily="34" charset="0"/>
              <a:buChar char="•"/>
            </a:pPr>
            <a:r>
              <a:rPr lang="en-US" dirty="0"/>
              <a:t>Accuracy remains misleadingly high, but clear drops in F1 and AUC show poorer minority-class detection and higher risk in imbalanced settings.</a:t>
            </a:r>
          </a:p>
          <a:p>
            <a:endParaRPr lang="en-US" dirty="0"/>
          </a:p>
          <a:p>
            <a:r>
              <a:rPr lang="en-US" b="1" dirty="0"/>
              <a:t>CIFAR-10 (3,072-D tabular pixels):</a:t>
            </a:r>
          </a:p>
          <a:p>
            <a:pPr marL="285750" indent="-285750">
              <a:buFont typeface="Arial" panose="020B0604020202020204" pitchFamily="34" charset="0"/>
              <a:buChar char="•"/>
            </a:pPr>
            <a:r>
              <a:rPr lang="en-US" dirty="0"/>
              <a:t>Strong dimensionality reduction improves efficiency, but accuracy, F1, and AUC consistently fall because univariate filters ignore spatial and interaction structure.</a:t>
            </a:r>
          </a:p>
          <a:p>
            <a:pPr>
              <a:buNone/>
            </a:pPr>
            <a:endParaRPr lang="en-GB" dirty="0"/>
          </a:p>
        </p:txBody>
      </p:sp>
    </p:spTree>
    <p:extLst>
      <p:ext uri="{BB962C8B-B14F-4D97-AF65-F5344CB8AC3E}">
        <p14:creationId xmlns:p14="http://schemas.microsoft.com/office/powerpoint/2010/main" val="2224546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52302-DE31-7125-D5EB-CE280290BC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E51399-10C0-EA48-3F5A-49583CA04589}"/>
              </a:ext>
            </a:extLst>
          </p:cNvPr>
          <p:cNvSpPr>
            <a:spLocks noGrp="1"/>
          </p:cNvSpPr>
          <p:nvPr>
            <p:ph type="title"/>
          </p:nvPr>
        </p:nvSpPr>
        <p:spPr>
          <a:xfrm>
            <a:off x="1381119" y="0"/>
            <a:ext cx="9808773" cy="1427585"/>
          </a:xfrm>
        </p:spPr>
        <p:txBody>
          <a:bodyPr vert="horz" lIns="0" tIns="45720" rIns="91440" bIns="45720" rtlCol="0" anchor="ctr">
            <a:normAutofit/>
          </a:bodyPr>
          <a:lstStyle/>
          <a:p>
            <a:r>
              <a:rPr lang="en-US" b="1" kern="1200" dirty="0">
                <a:latin typeface="+mj-lt"/>
                <a:ea typeface="+mj-ea"/>
                <a:cs typeface="+mj-cs"/>
              </a:rPr>
              <a:t>Results </a:t>
            </a:r>
            <a:r>
              <a:rPr lang="en-US" b="1" kern="1200" spc="300" dirty="0">
                <a:latin typeface="+mj-lt"/>
                <a:ea typeface="+mj-ea"/>
                <a:cs typeface="+mj-cs"/>
              </a:rPr>
              <a:t>–</a:t>
            </a:r>
            <a:r>
              <a:rPr lang="en-US" b="1" spc="300" dirty="0"/>
              <a:t>Runtime and Stability</a:t>
            </a:r>
            <a:endParaRPr lang="en-US" b="1" kern="1200" dirty="0">
              <a:latin typeface="+mj-lt"/>
              <a:ea typeface="+mj-ea"/>
              <a:cs typeface="+mj-cs"/>
            </a:endParaRPr>
          </a:p>
        </p:txBody>
      </p:sp>
      <p:sp>
        <p:nvSpPr>
          <p:cNvPr id="3" name="Slide Number Placeholder 2">
            <a:extLst>
              <a:ext uri="{FF2B5EF4-FFF2-40B4-BE49-F238E27FC236}">
                <a16:creationId xmlns:a16="http://schemas.microsoft.com/office/drawing/2014/main" id="{041AC25E-FB6D-A4C9-1693-A7F9BFAE1D56}"/>
              </a:ext>
            </a:extLst>
          </p:cNvPr>
          <p:cNvSpPr>
            <a:spLocks noGrp="1"/>
          </p:cNvSpPr>
          <p:nvPr>
            <p:ph type="sldNum" sz="quarter" idx="15"/>
          </p:nvPr>
        </p:nvSpPr>
        <p:spPr>
          <a:xfrm>
            <a:off x="412136" y="5943601"/>
            <a:ext cx="968983" cy="651912"/>
          </a:xfrm>
        </p:spPr>
        <p:txBody>
          <a:bodyPr vert="horz" lIns="91440" tIns="45720" rIns="91440" bIns="45720" rtlCol="0" anchor="ctr">
            <a:normAutofit/>
          </a:bodyPr>
          <a:lstStyle/>
          <a:p>
            <a:pPr>
              <a:spcAft>
                <a:spcPts val="600"/>
              </a:spcAft>
            </a:pPr>
            <a:fld id="{18D65601-5AE2-46FC-B138-694DDD2B510D}" type="slidenum">
              <a:rPr lang="en-US" smtClean="0"/>
              <a:pPr>
                <a:spcAft>
                  <a:spcPts val="600"/>
                </a:spcAft>
              </a:pPr>
              <a:t>15</a:t>
            </a:fld>
            <a:endParaRPr lang="en-US"/>
          </a:p>
        </p:txBody>
      </p:sp>
      <p:graphicFrame>
        <p:nvGraphicFramePr>
          <p:cNvPr id="2" name="Table 1">
            <a:extLst>
              <a:ext uri="{FF2B5EF4-FFF2-40B4-BE49-F238E27FC236}">
                <a16:creationId xmlns:a16="http://schemas.microsoft.com/office/drawing/2014/main" id="{0613685E-B0F5-AFA1-8E50-A69D998C1651}"/>
              </a:ext>
            </a:extLst>
          </p:cNvPr>
          <p:cNvGraphicFramePr>
            <a:graphicFrameLocks noGrp="1"/>
          </p:cNvGraphicFramePr>
          <p:nvPr>
            <p:extLst>
              <p:ext uri="{D42A27DB-BD31-4B8C-83A1-F6EECF244321}">
                <p14:modId xmlns:p14="http://schemas.microsoft.com/office/powerpoint/2010/main" val="878069622"/>
              </p:ext>
            </p:extLst>
          </p:nvPr>
        </p:nvGraphicFramePr>
        <p:xfrm>
          <a:off x="5631611" y="1261956"/>
          <a:ext cx="6141748" cy="3537496"/>
        </p:xfrm>
        <a:graphic>
          <a:graphicData uri="http://schemas.openxmlformats.org/drawingml/2006/table">
            <a:tbl>
              <a:tblPr firstRow="1" bandRow="1">
                <a:tableStyleId>{0E3FDE45-AF77-4B5C-9715-49D594BDF05E}</a:tableStyleId>
              </a:tblPr>
              <a:tblGrid>
                <a:gridCol w="1176719">
                  <a:extLst>
                    <a:ext uri="{9D8B030D-6E8A-4147-A177-3AD203B41FA5}">
                      <a16:colId xmlns:a16="http://schemas.microsoft.com/office/drawing/2014/main" val="574263306"/>
                    </a:ext>
                  </a:extLst>
                </a:gridCol>
                <a:gridCol w="1104331">
                  <a:extLst>
                    <a:ext uri="{9D8B030D-6E8A-4147-A177-3AD203B41FA5}">
                      <a16:colId xmlns:a16="http://schemas.microsoft.com/office/drawing/2014/main" val="3962545081"/>
                    </a:ext>
                  </a:extLst>
                </a:gridCol>
                <a:gridCol w="727186">
                  <a:extLst>
                    <a:ext uri="{9D8B030D-6E8A-4147-A177-3AD203B41FA5}">
                      <a16:colId xmlns:a16="http://schemas.microsoft.com/office/drawing/2014/main" val="3786408775"/>
                    </a:ext>
                  </a:extLst>
                </a:gridCol>
                <a:gridCol w="859402">
                  <a:extLst>
                    <a:ext uri="{9D8B030D-6E8A-4147-A177-3AD203B41FA5}">
                      <a16:colId xmlns:a16="http://schemas.microsoft.com/office/drawing/2014/main" val="1223459266"/>
                    </a:ext>
                  </a:extLst>
                </a:gridCol>
                <a:gridCol w="634636">
                  <a:extLst>
                    <a:ext uri="{9D8B030D-6E8A-4147-A177-3AD203B41FA5}">
                      <a16:colId xmlns:a16="http://schemas.microsoft.com/office/drawing/2014/main" val="70375372"/>
                    </a:ext>
                  </a:extLst>
                </a:gridCol>
                <a:gridCol w="793294">
                  <a:extLst>
                    <a:ext uri="{9D8B030D-6E8A-4147-A177-3AD203B41FA5}">
                      <a16:colId xmlns:a16="http://schemas.microsoft.com/office/drawing/2014/main" val="368065131"/>
                    </a:ext>
                  </a:extLst>
                </a:gridCol>
                <a:gridCol w="846180">
                  <a:extLst>
                    <a:ext uri="{9D8B030D-6E8A-4147-A177-3AD203B41FA5}">
                      <a16:colId xmlns:a16="http://schemas.microsoft.com/office/drawing/2014/main" val="697889465"/>
                    </a:ext>
                  </a:extLst>
                </a:gridCol>
              </a:tblGrid>
              <a:tr h="392587">
                <a:tc>
                  <a:txBody>
                    <a:bodyPr/>
                    <a:lstStyle/>
                    <a:p>
                      <a:pPr algn="ctr" fontAlgn="ctr">
                        <a:buNone/>
                      </a:pPr>
                      <a:r>
                        <a:rPr lang="en-GB" sz="1200" u="none" strike="noStrike">
                          <a:effectLst/>
                        </a:rPr>
                        <a:t>Dataset</a:t>
                      </a:r>
                      <a:endParaRPr lang="en-GB" sz="1200" b="1" i="0" u="none" strike="noStrike">
                        <a:solidFill>
                          <a:srgbClr val="000000"/>
                        </a:solidFill>
                        <a:effectLst/>
                        <a:latin typeface="Aptos Narrow" panose="020B0004020202020204" pitchFamily="34" charset="0"/>
                      </a:endParaRPr>
                    </a:p>
                  </a:txBody>
                  <a:tcPr marL="6946" marR="6946" marT="6946" marB="0" anchor="ctr"/>
                </a:tc>
                <a:tc>
                  <a:txBody>
                    <a:bodyPr/>
                    <a:lstStyle/>
                    <a:p>
                      <a:pPr algn="ctr" fontAlgn="ctr">
                        <a:buNone/>
                      </a:pPr>
                      <a:r>
                        <a:rPr lang="en-GB" sz="1200" u="none" strike="noStrike">
                          <a:effectLst/>
                        </a:rPr>
                        <a:t>Model</a:t>
                      </a:r>
                      <a:endParaRPr lang="en-GB" sz="1200" b="1"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dirty="0">
                          <a:effectLst/>
                        </a:rPr>
                        <a:t>Runtime (No-FS)</a:t>
                      </a:r>
                      <a:endParaRPr lang="en-GB" sz="1200" b="1"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Runtime (Heuristic)</a:t>
                      </a:r>
                      <a:endParaRPr lang="en-GB" sz="1200" b="1"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dirty="0">
                          <a:effectLst/>
                        </a:rPr>
                        <a:t>Feat  (No-FS)</a:t>
                      </a:r>
                      <a:endParaRPr lang="en-GB" sz="1200" b="1"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dirty="0">
                          <a:effectLst/>
                        </a:rPr>
                        <a:t>Feat (Heuristic)</a:t>
                      </a:r>
                      <a:endParaRPr lang="en-GB" sz="1200" b="1"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Stability (Heuristic)</a:t>
                      </a:r>
                      <a:endParaRPr lang="en-GB" sz="1200" b="1"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796804199"/>
                  </a:ext>
                </a:extLst>
              </a:tr>
              <a:tr h="392587">
                <a:tc>
                  <a:txBody>
                    <a:bodyPr/>
                    <a:lstStyle/>
                    <a:p>
                      <a:pPr algn="l" fontAlgn="ctr">
                        <a:buNone/>
                      </a:pPr>
                      <a:r>
                        <a:rPr lang="en-GB" sz="1200" u="none" strike="noStrike">
                          <a:effectLst/>
                        </a:rPr>
                        <a:t>Bank Marketing</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Logistic Regression</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5.302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27.904</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47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1911092248"/>
                  </a:ext>
                </a:extLst>
              </a:tr>
              <a:tr h="218572">
                <a:tc>
                  <a:txBody>
                    <a:bodyPr/>
                    <a:lstStyle/>
                    <a:p>
                      <a:pPr algn="l" fontAlgn="ctr">
                        <a:buNone/>
                      </a:pPr>
                      <a:r>
                        <a:rPr lang="en-GB" sz="1200" u="none" strike="noStrike">
                          <a:effectLst/>
                        </a:rPr>
                        <a:t>Bank Marketing</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LDA</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0.19</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23.481</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47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99479209"/>
                  </a:ext>
                </a:extLst>
              </a:tr>
              <a:tr h="218572">
                <a:tc>
                  <a:txBody>
                    <a:bodyPr/>
                    <a:lstStyle/>
                    <a:p>
                      <a:pPr algn="l" fontAlgn="ctr">
                        <a:buNone/>
                      </a:pPr>
                      <a:r>
                        <a:rPr lang="en-GB" sz="1200" u="none" strike="noStrike">
                          <a:effectLst/>
                        </a:rPr>
                        <a:t>Bank Marketing</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Random Forest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12.032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dirty="0">
                          <a:effectLst/>
                        </a:rPr>
                        <a:t>26.505</a:t>
                      </a:r>
                      <a:endParaRPr lang="en-GB" sz="1200" b="0"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47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2272297846"/>
                  </a:ext>
                </a:extLst>
              </a:tr>
              <a:tr h="218572">
                <a:tc>
                  <a:txBody>
                    <a:bodyPr/>
                    <a:lstStyle/>
                    <a:p>
                      <a:pPr algn="l" fontAlgn="ctr">
                        <a:buNone/>
                      </a:pPr>
                      <a:r>
                        <a:rPr lang="en-GB" sz="1200" u="none" strike="noStrike">
                          <a:effectLst/>
                        </a:rPr>
                        <a:t>Bank Marketing</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XGBoost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6.897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37.203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47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768618930"/>
                  </a:ext>
                </a:extLst>
              </a:tr>
              <a:tr h="392587">
                <a:tc>
                  <a:txBody>
                    <a:bodyPr/>
                    <a:lstStyle/>
                    <a:p>
                      <a:pPr algn="l" fontAlgn="ctr">
                        <a:buNone/>
                      </a:pPr>
                      <a:r>
                        <a:rPr lang="en-GB" sz="1200" u="none" strike="noStrike">
                          <a:effectLst/>
                        </a:rPr>
                        <a:t>Breast Cancer</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Logistic Regression</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0.006</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0.014</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1339271428"/>
                  </a:ext>
                </a:extLst>
              </a:tr>
              <a:tr h="218572">
                <a:tc>
                  <a:txBody>
                    <a:bodyPr/>
                    <a:lstStyle/>
                    <a:p>
                      <a:pPr algn="l" fontAlgn="ctr">
                        <a:buNone/>
                      </a:pPr>
                      <a:r>
                        <a:rPr lang="en-GB" sz="1200" u="none" strike="noStrike">
                          <a:effectLst/>
                        </a:rPr>
                        <a:t>Breast Cancer</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dirty="0">
                          <a:effectLst/>
                        </a:rPr>
                        <a:t>LDA</a:t>
                      </a:r>
                      <a:endParaRPr lang="en-GB" sz="1200" b="0"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0.003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0.012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901074584"/>
                  </a:ext>
                </a:extLst>
              </a:tr>
              <a:tr h="218572">
                <a:tc>
                  <a:txBody>
                    <a:bodyPr/>
                    <a:lstStyle/>
                    <a:p>
                      <a:pPr algn="l" fontAlgn="ctr">
                        <a:buNone/>
                      </a:pPr>
                      <a:r>
                        <a:rPr lang="en-GB" sz="1200" u="none" strike="noStrike">
                          <a:effectLst/>
                        </a:rPr>
                        <a:t>Breast Cancer</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Random Forest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0.349</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0.359</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2410416003"/>
                  </a:ext>
                </a:extLst>
              </a:tr>
              <a:tr h="218572">
                <a:tc>
                  <a:txBody>
                    <a:bodyPr/>
                    <a:lstStyle/>
                    <a:p>
                      <a:pPr algn="l" fontAlgn="ctr">
                        <a:buNone/>
                      </a:pPr>
                      <a:r>
                        <a:rPr lang="en-GB" sz="1200" u="none" strike="noStrike" dirty="0">
                          <a:effectLst/>
                        </a:rPr>
                        <a:t>Breast Cancer</a:t>
                      </a:r>
                      <a:endParaRPr lang="en-GB" sz="1200" b="0"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XGBoost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0.36</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0.372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2826016212"/>
                  </a:ext>
                </a:extLst>
              </a:tr>
              <a:tr h="392587">
                <a:tc>
                  <a:txBody>
                    <a:bodyPr/>
                    <a:lstStyle/>
                    <a:p>
                      <a:pPr algn="l" fontAlgn="ctr">
                        <a:buNone/>
                      </a:pPr>
                      <a:r>
                        <a:rPr lang="en-GB" sz="1200" u="none" strike="noStrike" dirty="0">
                          <a:effectLst/>
                        </a:rPr>
                        <a:t>CIFAR-10</a:t>
                      </a:r>
                      <a:endParaRPr lang="en-GB" sz="1200" b="0"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dirty="0">
                          <a:effectLst/>
                        </a:rPr>
                        <a:t>Logistic Regression</a:t>
                      </a:r>
                      <a:endParaRPr lang="en-GB" sz="1200" b="0" i="0" u="none" strike="noStrike" dirty="0">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70.456</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18.877</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3072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153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0.594</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458131733"/>
                  </a:ext>
                </a:extLst>
              </a:tr>
              <a:tr h="218572">
                <a:tc>
                  <a:txBody>
                    <a:bodyPr/>
                    <a:lstStyle/>
                    <a:p>
                      <a:pPr algn="l" fontAlgn="ctr">
                        <a:buNone/>
                      </a:pPr>
                      <a:r>
                        <a:rPr lang="en-GB" sz="1200" u="none" strike="noStrike">
                          <a:effectLst/>
                        </a:rPr>
                        <a:t>CIFAR-10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LDA</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3.315</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11.926</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3072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153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0.594</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012614264"/>
                  </a:ext>
                </a:extLst>
              </a:tr>
              <a:tr h="218572">
                <a:tc>
                  <a:txBody>
                    <a:bodyPr/>
                    <a:lstStyle/>
                    <a:p>
                      <a:pPr algn="l" fontAlgn="ctr">
                        <a:buNone/>
                      </a:pPr>
                      <a:r>
                        <a:rPr lang="en-GB" sz="1200" u="none" strike="noStrike">
                          <a:effectLst/>
                        </a:rPr>
                        <a:t>CIFAR-10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Random Forest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3.746</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12.359</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3072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153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0.594</a:t>
                      </a:r>
                      <a:endParaRPr lang="en-GB" sz="1200" b="0" i="0" u="none" strike="noStrike">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297195959"/>
                  </a:ext>
                </a:extLst>
              </a:tr>
              <a:tr h="218572">
                <a:tc>
                  <a:txBody>
                    <a:bodyPr/>
                    <a:lstStyle/>
                    <a:p>
                      <a:pPr algn="l" fontAlgn="ctr">
                        <a:buNone/>
                      </a:pPr>
                      <a:r>
                        <a:rPr lang="en-GB" sz="1200" u="none" strike="noStrike">
                          <a:effectLst/>
                        </a:rPr>
                        <a:t>CIFAR-10</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l" fontAlgn="ctr">
                        <a:buNone/>
                      </a:pPr>
                      <a:r>
                        <a:rPr lang="en-GB" sz="1200" u="none" strike="noStrike">
                          <a:effectLst/>
                        </a:rPr>
                        <a:t>XGBoost</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77.483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31.849</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3072</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a:effectLst/>
                        </a:rPr>
                        <a:t>153</a:t>
                      </a:r>
                      <a:endParaRPr lang="en-GB" sz="1200" b="0" i="0" u="none" strike="noStrike">
                        <a:solidFill>
                          <a:srgbClr val="000000"/>
                        </a:solidFill>
                        <a:effectLst/>
                        <a:latin typeface="Aptos Narrow" panose="020B0004020202020204" pitchFamily="34" charset="0"/>
                      </a:endParaRPr>
                    </a:p>
                  </a:txBody>
                  <a:tcPr marL="6946" marR="6946" marT="6946" marB="0" anchor="ctr"/>
                </a:tc>
                <a:tc>
                  <a:txBody>
                    <a:bodyPr/>
                    <a:lstStyle/>
                    <a:p>
                      <a:pPr algn="r" fontAlgn="ctr">
                        <a:buNone/>
                      </a:pPr>
                      <a:r>
                        <a:rPr lang="en-GB" sz="1200" u="none" strike="noStrike" dirty="0">
                          <a:effectLst/>
                        </a:rPr>
                        <a:t>0.594</a:t>
                      </a:r>
                      <a:endParaRPr lang="en-GB" sz="1200" b="0" i="0" u="none" strike="noStrike" dirty="0">
                        <a:solidFill>
                          <a:srgbClr val="000000"/>
                        </a:solidFill>
                        <a:effectLst/>
                        <a:latin typeface="Aptos Narrow" panose="020B0004020202020204" pitchFamily="34" charset="0"/>
                      </a:endParaRPr>
                    </a:p>
                  </a:txBody>
                  <a:tcPr marL="6946" marR="6946" marT="6946" marB="0" anchor="ctr"/>
                </a:tc>
                <a:extLst>
                  <a:ext uri="{0D108BD9-81ED-4DB2-BD59-A6C34878D82A}">
                    <a16:rowId xmlns:a16="http://schemas.microsoft.com/office/drawing/2014/main" val="358138107"/>
                  </a:ext>
                </a:extLst>
              </a:tr>
            </a:tbl>
          </a:graphicData>
        </a:graphic>
      </p:graphicFrame>
      <p:sp>
        <p:nvSpPr>
          <p:cNvPr id="5" name="Rectangle 1">
            <a:extLst>
              <a:ext uri="{FF2B5EF4-FFF2-40B4-BE49-F238E27FC236}">
                <a16:creationId xmlns:a16="http://schemas.microsoft.com/office/drawing/2014/main" id="{96C63672-BF20-8473-6A01-E37D280CB65B}"/>
              </a:ext>
            </a:extLst>
          </p:cNvPr>
          <p:cNvSpPr>
            <a:spLocks noChangeArrowheads="1"/>
          </p:cNvSpPr>
          <p:nvPr/>
        </p:nvSpPr>
        <p:spPr bwMode="auto">
          <a:xfrm>
            <a:off x="1182376" y="1261956"/>
            <a:ext cx="4449235" cy="5722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Key Points</a:t>
            </a:r>
          </a:p>
          <a:p>
            <a:endParaRPr lang="en-US" b="1" dirty="0"/>
          </a:p>
          <a:p>
            <a:r>
              <a:rPr lang="en-US" b="1" dirty="0"/>
              <a:t>CIFAR-10:</a:t>
            </a:r>
          </a:p>
          <a:p>
            <a:pPr marL="285750" indent="-285750">
              <a:buFont typeface="Arial" panose="020B0604020202020204" pitchFamily="34" charset="0"/>
              <a:buChar char="•"/>
            </a:pPr>
            <a:r>
              <a:rPr lang="en-US" dirty="0"/>
              <a:t>Large reduction (3,072 → 153) improves efficiency, but </a:t>
            </a:r>
            <a:r>
              <a:rPr lang="en-US" b="1" dirty="0"/>
              <a:t>Accuracy, F1, and AUC drop</a:t>
            </a:r>
            <a:r>
              <a:rPr lang="en-US" dirty="0"/>
              <a:t> due to loss of interaction/spatial signal.</a:t>
            </a:r>
          </a:p>
          <a:p>
            <a:endParaRPr lang="en-US" dirty="0"/>
          </a:p>
          <a:p>
            <a:r>
              <a:rPr lang="en-US" b="1" dirty="0"/>
              <a:t>Bank Marketing:</a:t>
            </a:r>
          </a:p>
          <a:p>
            <a:pPr marL="285750" indent="-285750">
              <a:buFont typeface="Arial" panose="020B0604020202020204" pitchFamily="34" charset="0"/>
              <a:buChar char="•"/>
            </a:pPr>
            <a:r>
              <a:rPr lang="en-US" dirty="0"/>
              <a:t>Moderate reduction (47 → 30), but </a:t>
            </a:r>
            <a:r>
              <a:rPr lang="en-US" b="1" dirty="0"/>
              <a:t>runtime increases</a:t>
            </a:r>
            <a:r>
              <a:rPr lang="en-US" dirty="0"/>
              <a:t> because </a:t>
            </a:r>
            <a:r>
              <a:rPr lang="en-US" b="1" dirty="0"/>
              <a:t>RFE is expensive</a:t>
            </a:r>
            <a:r>
              <a:rPr lang="en-US" dirty="0"/>
              <a:t>, and </a:t>
            </a:r>
            <a:r>
              <a:rPr lang="en-US" b="1" dirty="0"/>
              <a:t>F1/AUC declines</a:t>
            </a:r>
            <a:r>
              <a:rPr lang="en-US" dirty="0"/>
              <a:t> under class imbalance.</a:t>
            </a:r>
          </a:p>
          <a:p>
            <a:endParaRPr lang="en-US" dirty="0"/>
          </a:p>
          <a:p>
            <a:r>
              <a:rPr lang="en-US" b="1" dirty="0"/>
              <a:t>Stability (KI):</a:t>
            </a:r>
          </a:p>
          <a:p>
            <a:pPr marL="285750" indent="-285750">
              <a:buFont typeface="Arial" panose="020B0604020202020204" pitchFamily="34" charset="0"/>
              <a:buChar char="•"/>
            </a:pPr>
            <a:r>
              <a:rPr lang="en-US" dirty="0"/>
              <a:t>High stability (≈1.0) reflects </a:t>
            </a:r>
            <a:r>
              <a:rPr lang="en-US" b="1" dirty="0"/>
              <a:t>consistent or conservative selection</a:t>
            </a:r>
            <a:r>
              <a:rPr lang="en-US" dirty="0"/>
              <a:t>, so it must be read </a:t>
            </a:r>
            <a:r>
              <a:rPr lang="en-US" b="1" dirty="0"/>
              <a:t>together with F1, AUC, and leakage checks</a:t>
            </a:r>
            <a:r>
              <a:rPr lang="en-US" dirty="0"/>
              <a:t>.</a:t>
            </a:r>
          </a:p>
          <a:p>
            <a:pPr lvl="0" eaLnBrk="0" fontAlgn="base" hangingPunct="0">
              <a:lnSpc>
                <a:spcPct val="150000"/>
              </a:lnSpc>
              <a:spcBef>
                <a:spcPct val="0"/>
              </a:spcBef>
              <a:spcAft>
                <a:spcPct val="0"/>
              </a:spcAft>
            </a:pPr>
            <a:endParaRPr kumimoji="0" lang="en-US" altLang="en-US" sz="18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89999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FCC8-C04D-0071-3B14-4AF828E000B0}"/>
              </a:ext>
            </a:extLst>
          </p:cNvPr>
          <p:cNvSpPr>
            <a:spLocks noGrp="1"/>
          </p:cNvSpPr>
          <p:nvPr>
            <p:ph type="title"/>
          </p:nvPr>
        </p:nvSpPr>
        <p:spPr>
          <a:xfrm>
            <a:off x="1381119" y="262487"/>
            <a:ext cx="9808773" cy="1427585"/>
          </a:xfrm>
        </p:spPr>
        <p:txBody>
          <a:bodyPr/>
          <a:lstStyle/>
          <a:p>
            <a:r>
              <a:rPr lang="en-US" b="1" dirty="0"/>
              <a:t>Discussion </a:t>
            </a:r>
            <a:endParaRPr lang="en-ZA" b="1" dirty="0"/>
          </a:p>
        </p:txBody>
      </p:sp>
      <p:sp>
        <p:nvSpPr>
          <p:cNvPr id="6" name="Content Placeholder 5">
            <a:extLst>
              <a:ext uri="{FF2B5EF4-FFF2-40B4-BE49-F238E27FC236}">
                <a16:creationId xmlns:a16="http://schemas.microsoft.com/office/drawing/2014/main" id="{9F0E1748-5A63-CCAD-65B2-FB5DB78846F2}"/>
              </a:ext>
            </a:extLst>
          </p:cNvPr>
          <p:cNvSpPr>
            <a:spLocks noGrp="1"/>
          </p:cNvSpPr>
          <p:nvPr>
            <p:ph sz="quarter" idx="10"/>
          </p:nvPr>
        </p:nvSpPr>
        <p:spPr>
          <a:xfrm>
            <a:off x="1561177" y="1495231"/>
            <a:ext cx="9273077" cy="5100282"/>
          </a:xfrm>
        </p:spPr>
        <p:txBody>
          <a:bodyPr>
            <a:noAutofit/>
          </a:bodyPr>
          <a:lstStyle/>
          <a:p>
            <a:pPr marL="0" indent="0">
              <a:buNone/>
            </a:pPr>
            <a:r>
              <a:rPr lang="en-US" sz="2200" b="1" dirty="0"/>
              <a:t>Key message: </a:t>
            </a:r>
            <a:r>
              <a:rPr lang="en-US" sz="2200" dirty="0"/>
              <a:t>The heuristic is data-regime dependent; it behaves well when the dataset structure matches the assumptions behind the FS family choice.</a:t>
            </a:r>
          </a:p>
          <a:p>
            <a:r>
              <a:rPr lang="en-US" sz="2200" dirty="0"/>
              <a:t>Breast Cancer: “Safe adaptation” — little/no performance change because the dataset is already low-dimensional and high-signal; FS mainly supports interpretability and redundancy control. </a:t>
            </a:r>
          </a:p>
          <a:p>
            <a:r>
              <a:rPr lang="en-US" sz="2200" dirty="0"/>
              <a:t>Bank Marketing: “Reliable failure” — wrapper FS became expensive and harmed minority detection; SHAP indicates leakage-prone predictors can dominate, creating the accuracy paradox.</a:t>
            </a:r>
          </a:p>
          <a:p>
            <a:r>
              <a:rPr lang="en-US" sz="2200" dirty="0"/>
              <a:t>CIFAR-10 tabular: filter FS improves feasibility but loses information because tabular pixels don’t preserve spatial meaning; highlights the limit of classical FS on raw image vectors.</a:t>
            </a:r>
          </a:p>
        </p:txBody>
      </p:sp>
      <p:sp>
        <p:nvSpPr>
          <p:cNvPr id="3" name="Slide Number Placeholder 2">
            <a:extLst>
              <a:ext uri="{FF2B5EF4-FFF2-40B4-BE49-F238E27FC236}">
                <a16:creationId xmlns:a16="http://schemas.microsoft.com/office/drawing/2014/main" id="{D9D6A759-37B6-1E14-BD05-D652BEECEA33}"/>
              </a:ext>
            </a:extLst>
          </p:cNvPr>
          <p:cNvSpPr>
            <a:spLocks noGrp="1"/>
          </p:cNvSpPr>
          <p:nvPr>
            <p:ph type="sldNum" sz="quarter" idx="15"/>
          </p:nvPr>
        </p:nvSpPr>
        <p:spPr/>
        <p:txBody>
          <a:bodyPr/>
          <a:lstStyle/>
          <a:p>
            <a:fld id="{18D65601-5AE2-46FC-B138-694DDD2B510D}" type="slidenum">
              <a:rPr lang="en-US" smtClean="0"/>
              <a:pPr/>
              <a:t>16</a:t>
            </a:fld>
            <a:endParaRPr lang="en-US" dirty="0"/>
          </a:p>
        </p:txBody>
      </p:sp>
    </p:spTree>
    <p:extLst>
      <p:ext uri="{BB962C8B-B14F-4D97-AF65-F5344CB8AC3E}">
        <p14:creationId xmlns:p14="http://schemas.microsoft.com/office/powerpoint/2010/main" val="952135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7BF639-9897-7AC5-9AE9-B87BE1DE79F3}"/>
              </a:ext>
            </a:extLst>
          </p:cNvPr>
          <p:cNvSpPr>
            <a:spLocks noGrp="1"/>
          </p:cNvSpPr>
          <p:nvPr>
            <p:ph type="title"/>
          </p:nvPr>
        </p:nvSpPr>
        <p:spPr>
          <a:xfrm>
            <a:off x="1381119" y="262487"/>
            <a:ext cx="9808773" cy="1427585"/>
          </a:xfrm>
        </p:spPr>
        <p:txBody>
          <a:bodyPr/>
          <a:lstStyle/>
          <a:p>
            <a:r>
              <a:rPr lang="en-US" b="1" dirty="0"/>
              <a:t>Conclusion</a:t>
            </a:r>
            <a:endParaRPr lang="en-ZA" b="1" dirty="0"/>
          </a:p>
        </p:txBody>
      </p:sp>
      <p:sp>
        <p:nvSpPr>
          <p:cNvPr id="2" name="Slide Number Placeholder 1">
            <a:extLst>
              <a:ext uri="{FF2B5EF4-FFF2-40B4-BE49-F238E27FC236}">
                <a16:creationId xmlns:a16="http://schemas.microsoft.com/office/drawing/2014/main" id="{D444EDC2-BFBF-920F-CB70-9AF732466054}"/>
              </a:ext>
            </a:extLst>
          </p:cNvPr>
          <p:cNvSpPr>
            <a:spLocks noGrp="1"/>
          </p:cNvSpPr>
          <p:nvPr>
            <p:ph type="sldNum" sz="quarter" idx="15"/>
          </p:nvPr>
        </p:nvSpPr>
        <p:spPr/>
        <p:txBody>
          <a:bodyPr/>
          <a:lstStyle/>
          <a:p>
            <a:fld id="{18D65601-5AE2-46FC-B138-694DDD2B510D}" type="slidenum">
              <a:rPr lang="en-US" smtClean="0"/>
              <a:pPr/>
              <a:t>17</a:t>
            </a:fld>
            <a:endParaRPr lang="en-US" dirty="0"/>
          </a:p>
        </p:txBody>
      </p:sp>
      <p:sp>
        <p:nvSpPr>
          <p:cNvPr id="8" name="TextBox 7">
            <a:extLst>
              <a:ext uri="{FF2B5EF4-FFF2-40B4-BE49-F238E27FC236}">
                <a16:creationId xmlns:a16="http://schemas.microsoft.com/office/drawing/2014/main" id="{20ACDEB2-E48F-B5FD-6497-CAD2A3322071}"/>
              </a:ext>
            </a:extLst>
          </p:cNvPr>
          <p:cNvSpPr txBox="1"/>
          <p:nvPr/>
        </p:nvSpPr>
        <p:spPr>
          <a:xfrm>
            <a:off x="1274618" y="1358963"/>
            <a:ext cx="10505246" cy="4801314"/>
          </a:xfrm>
          <a:prstGeom prst="rect">
            <a:avLst/>
          </a:prstGeom>
          <a:noFill/>
        </p:spPr>
        <p:txBody>
          <a:bodyPr wrap="square">
            <a:spAutoFit/>
          </a:bodyPr>
          <a:lstStyle/>
          <a:p>
            <a:r>
              <a:rPr lang="en-US" b="1" dirty="0"/>
              <a:t>What was learned + hypothesis outcome:</a:t>
            </a:r>
          </a:p>
          <a:p>
            <a:endParaRPr lang="en-GB" dirty="0"/>
          </a:p>
          <a:p>
            <a:pPr marL="285750" indent="-285750">
              <a:buFont typeface="Arial" panose="020B0604020202020204" pitchFamily="34" charset="0"/>
              <a:buChar char="•"/>
            </a:pPr>
            <a:r>
              <a:rPr lang="en-GB" dirty="0"/>
              <a:t>The framework successfully used meta-features to select FS families and feature counts in a transparent way (rule-based, auditable). </a:t>
            </a:r>
          </a:p>
          <a:p>
            <a:endParaRPr lang="en-GB" dirty="0"/>
          </a:p>
          <a:p>
            <a:pPr marL="285750" indent="-285750">
              <a:buFont typeface="Arial" panose="020B0604020202020204" pitchFamily="34" charset="0"/>
              <a:buChar char="•"/>
            </a:pPr>
            <a:r>
              <a:rPr lang="en-GB" dirty="0"/>
              <a:t>Performance gains were not consistent across all datasets/models; results confirm trade-offs rather than a universal win.</a:t>
            </a:r>
          </a:p>
          <a:p>
            <a:endParaRPr lang="en-GB" dirty="0"/>
          </a:p>
          <a:p>
            <a:pPr marL="285750" indent="-285750">
              <a:buFont typeface="Arial" panose="020B0604020202020204" pitchFamily="34" charset="0"/>
              <a:buChar char="•"/>
            </a:pPr>
            <a:r>
              <a:rPr lang="en-GB" dirty="0"/>
              <a:t>Efficiency gains appear mainly when dimensionality is extreme (e.g., CIFAR-10), but may be cancelled by wrapper overhead in sparse/encoded data (Bank). </a:t>
            </a:r>
          </a:p>
          <a:p>
            <a:endParaRPr lang="en-GB" dirty="0"/>
          </a:p>
          <a:p>
            <a:r>
              <a:rPr lang="en-GB" b="1" dirty="0"/>
              <a:t>Hypothesis outcome</a:t>
            </a:r>
          </a:p>
          <a:p>
            <a:endParaRPr lang="en-GB" dirty="0"/>
          </a:p>
          <a:p>
            <a:pPr marL="285750" indent="-285750">
              <a:buFont typeface="Arial" panose="020B0604020202020204" pitchFamily="34" charset="0"/>
              <a:buChar char="•"/>
            </a:pPr>
            <a:r>
              <a:rPr lang="en-GB" dirty="0"/>
              <a:t>Overall: H₀ cannot be universally rejected (no consistent improvement across all datasets).</a:t>
            </a:r>
          </a:p>
          <a:p>
            <a:endParaRPr lang="en-GB" dirty="0"/>
          </a:p>
          <a:p>
            <a:pPr marL="285750" indent="-285750">
              <a:buFont typeface="Arial" panose="020B0604020202020204" pitchFamily="34" charset="0"/>
              <a:buChar char="•"/>
            </a:pPr>
            <a:r>
              <a:rPr lang="en-GB" dirty="0"/>
              <a:t>Nuanced support for H₁: heuristic-FS can improve efficiency and sometimes be “safe” (no loss) in low-dimensional settings, but needs guardrails for imbalance/leakage and non-tabular structure.</a:t>
            </a:r>
          </a:p>
        </p:txBody>
      </p:sp>
    </p:spTree>
    <p:extLst>
      <p:ext uri="{BB962C8B-B14F-4D97-AF65-F5344CB8AC3E}">
        <p14:creationId xmlns:p14="http://schemas.microsoft.com/office/powerpoint/2010/main" val="1669023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26487-FE39-E4A1-A9B0-A63DF72A55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5F18C8-F5E0-EFA0-94E4-5663F9008F04}"/>
              </a:ext>
            </a:extLst>
          </p:cNvPr>
          <p:cNvSpPr>
            <a:spLocks noGrp="1"/>
          </p:cNvSpPr>
          <p:nvPr>
            <p:ph type="title"/>
          </p:nvPr>
        </p:nvSpPr>
        <p:spPr>
          <a:xfrm>
            <a:off x="1505809" y="0"/>
            <a:ext cx="9808773" cy="1427585"/>
          </a:xfrm>
        </p:spPr>
        <p:txBody>
          <a:bodyPr/>
          <a:lstStyle/>
          <a:p>
            <a:r>
              <a:rPr lang="en-GB" b="1" dirty="0"/>
              <a:t>Recommendations and Future Work</a:t>
            </a:r>
            <a:endParaRPr lang="en-ZA" b="1" dirty="0"/>
          </a:p>
        </p:txBody>
      </p:sp>
      <p:sp>
        <p:nvSpPr>
          <p:cNvPr id="2" name="Slide Number Placeholder 1">
            <a:extLst>
              <a:ext uri="{FF2B5EF4-FFF2-40B4-BE49-F238E27FC236}">
                <a16:creationId xmlns:a16="http://schemas.microsoft.com/office/drawing/2014/main" id="{B32C9C7D-C2E6-1528-8350-4F6F5BB44F1E}"/>
              </a:ext>
            </a:extLst>
          </p:cNvPr>
          <p:cNvSpPr>
            <a:spLocks noGrp="1"/>
          </p:cNvSpPr>
          <p:nvPr>
            <p:ph type="sldNum" sz="quarter" idx="15"/>
          </p:nvPr>
        </p:nvSpPr>
        <p:spPr/>
        <p:txBody>
          <a:bodyPr/>
          <a:lstStyle/>
          <a:p>
            <a:fld id="{18D65601-5AE2-46FC-B138-694DDD2B510D}" type="slidenum">
              <a:rPr lang="en-US" smtClean="0"/>
              <a:pPr/>
              <a:t>18</a:t>
            </a:fld>
            <a:endParaRPr lang="en-US" dirty="0"/>
          </a:p>
        </p:txBody>
      </p:sp>
      <p:sp>
        <p:nvSpPr>
          <p:cNvPr id="5" name="TextBox 4">
            <a:extLst>
              <a:ext uri="{FF2B5EF4-FFF2-40B4-BE49-F238E27FC236}">
                <a16:creationId xmlns:a16="http://schemas.microsoft.com/office/drawing/2014/main" id="{91237A6D-DA4A-E93E-F25B-C73B259A5651}"/>
              </a:ext>
            </a:extLst>
          </p:cNvPr>
          <p:cNvSpPr txBox="1"/>
          <p:nvPr/>
        </p:nvSpPr>
        <p:spPr>
          <a:xfrm>
            <a:off x="1505809" y="1212584"/>
            <a:ext cx="10414036" cy="4108817"/>
          </a:xfrm>
          <a:prstGeom prst="rect">
            <a:avLst/>
          </a:prstGeom>
          <a:noFill/>
        </p:spPr>
        <p:txBody>
          <a:bodyPr wrap="square">
            <a:spAutoFit/>
          </a:bodyPr>
          <a:lstStyle/>
          <a:p>
            <a:r>
              <a:rPr lang="en-GB" b="1" dirty="0"/>
              <a:t>Framework improvements (practical)</a:t>
            </a:r>
          </a:p>
          <a:p>
            <a:pPr marL="742950" lvl="1" indent="-285750">
              <a:buFont typeface="Arial" panose="020B0604020202020204" pitchFamily="34" charset="0"/>
              <a:buChar char="•"/>
            </a:pPr>
            <a:r>
              <a:rPr lang="en-GB" dirty="0"/>
              <a:t>Add leakage screening rules (flag and exclude features like “duration”-type predictors before FS). </a:t>
            </a:r>
          </a:p>
          <a:p>
            <a:pPr marL="742950" lvl="1" indent="-285750">
              <a:buFont typeface="Arial" panose="020B0604020202020204" pitchFamily="34" charset="0"/>
              <a:buChar char="•"/>
            </a:pPr>
            <a:r>
              <a:rPr lang="en-GB" dirty="0"/>
              <a:t>Make wrapper selection minority-aware (optimise for F1/AUC or use class weights) instead of accuracy-driven elimination. </a:t>
            </a:r>
          </a:p>
          <a:p>
            <a:pPr marL="742950" lvl="1" indent="-285750">
              <a:buFont typeface="Arial" panose="020B0604020202020204" pitchFamily="34" charset="0"/>
              <a:buChar char="•"/>
            </a:pPr>
            <a:r>
              <a:rPr lang="en-GB" dirty="0"/>
              <a:t>Add a “cost check”: if wrapper FS runtime is likely to dominate (sparse one-hot), fall back to a fast filter/embedded option.</a:t>
            </a:r>
          </a:p>
          <a:p>
            <a:pPr>
              <a:lnSpc>
                <a:spcPct val="150000"/>
              </a:lnSpc>
            </a:pPr>
            <a:r>
              <a:rPr lang="en-GB" b="1" dirty="0"/>
              <a:t>Evaluation extensions</a:t>
            </a:r>
            <a:endParaRPr lang="en-GB" dirty="0"/>
          </a:p>
          <a:p>
            <a:pPr marL="742950" lvl="1" indent="-285750">
              <a:buFont typeface="Arial" panose="020B0604020202020204" pitchFamily="34" charset="0"/>
              <a:buChar char="•"/>
            </a:pPr>
            <a:r>
              <a:rPr lang="en-GB" dirty="0"/>
              <a:t>Test on more datasets + report effect sizes and stronger stability analysis across more resamples. </a:t>
            </a:r>
          </a:p>
          <a:p>
            <a:endParaRPr lang="en-GB" dirty="0"/>
          </a:p>
          <a:p>
            <a:r>
              <a:rPr lang="en-GB" b="1" dirty="0"/>
              <a:t>For image-like data</a:t>
            </a:r>
            <a:endParaRPr lang="en-GB" dirty="0"/>
          </a:p>
          <a:p>
            <a:pPr marL="742950" lvl="1" indent="-285750">
              <a:buFont typeface="Arial" panose="020B0604020202020204" pitchFamily="34" charset="0"/>
              <a:buChar char="•"/>
            </a:pPr>
            <a:r>
              <a:rPr lang="en-GB" dirty="0"/>
              <a:t>Replace raw pixels with better representations (e.g., PCA or CNN embeddings) before applying tabular FS, because spatial structure is otherwise lost.</a:t>
            </a:r>
          </a:p>
        </p:txBody>
      </p:sp>
    </p:spTree>
    <p:extLst>
      <p:ext uri="{BB962C8B-B14F-4D97-AF65-F5344CB8AC3E}">
        <p14:creationId xmlns:p14="http://schemas.microsoft.com/office/powerpoint/2010/main" val="3854840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3613664" y="1898072"/>
            <a:ext cx="4964671" cy="1773382"/>
          </a:xfrm>
        </p:spPr>
        <p:txBody>
          <a:bodyPr/>
          <a:lstStyle/>
          <a:p>
            <a:r>
              <a:rPr lang="en-US" dirty="0"/>
              <a:t>Thank you</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c8ae38e-f85b-4309-b7ec-862815a37aee}" enabled="0" method="" siteId="{5c8ae38e-f85b-4309-b7ec-862815a37aee}" removed="1"/>
</clbl:labelList>
</file>

<file path=docProps/app.xml><?xml version="1.0" encoding="utf-8"?>
<Properties xmlns="http://schemas.openxmlformats.org/officeDocument/2006/extended-properties" xmlns:vt="http://schemas.openxmlformats.org/officeDocument/2006/docPropsVTypes">
  <Template>{97A41F90-B328-451E-B0E1-5B84687B7503}TF3977e381-cba5-49b1-ba43-b5d865517af907ebbda9_win32-372d4d6ae720</Template>
  <TotalTime>4353</TotalTime>
  <Words>2985</Words>
  <Application>Microsoft Office PowerPoint</Application>
  <PresentationFormat>Widescreen</PresentationFormat>
  <Paragraphs>453</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Narrow</vt:lpstr>
      <vt:lpstr>Arial</vt:lpstr>
      <vt:lpstr>Calibri</vt:lpstr>
      <vt:lpstr>Times New Roman</vt:lpstr>
      <vt:lpstr>Tisa Offc Serif Pro</vt:lpstr>
      <vt:lpstr>Univers Light</vt:lpstr>
      <vt:lpstr>Custom</vt:lpstr>
      <vt:lpstr>    Automated and Adaptive Feature Selection for Enhancing Machine Learning Performance on Large and Diverse Datasets </vt:lpstr>
      <vt:lpstr>The Problem</vt:lpstr>
      <vt:lpstr>Aim, Objectives, Research Questions + Hypothesis</vt:lpstr>
      <vt:lpstr>What is Feature Selection(FS)</vt:lpstr>
      <vt:lpstr>Literature + Gap</vt:lpstr>
      <vt:lpstr>Contribution (What I am building)</vt:lpstr>
      <vt:lpstr>Framework Architecture</vt:lpstr>
      <vt:lpstr>Datasets Overview</vt:lpstr>
      <vt:lpstr>Preprocessing Pipeline</vt:lpstr>
      <vt:lpstr>Meta-Features (Dataset Profiling) </vt:lpstr>
      <vt:lpstr>Heuristic Rules  </vt:lpstr>
      <vt:lpstr>Experimental Setup</vt:lpstr>
      <vt:lpstr>Metrics + Statistical Testing</vt:lpstr>
      <vt:lpstr>Results –Predictive Performance </vt:lpstr>
      <vt:lpstr>Results –Runtime and Stability</vt:lpstr>
      <vt:lpstr>Discussion </vt:lpstr>
      <vt:lpstr>Conclusion</vt:lpstr>
      <vt:lpstr>Recommendations and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ADEYEMI ADEKUNLE</dc:creator>
  <cp:lastModifiedBy>ADEYEMI ADEKUNLE</cp:lastModifiedBy>
  <cp:revision>1</cp:revision>
  <dcterms:created xsi:type="dcterms:W3CDTF">2026-01-08T19:27:32Z</dcterms:created>
  <dcterms:modified xsi:type="dcterms:W3CDTF">2026-01-12T08:06:00Z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